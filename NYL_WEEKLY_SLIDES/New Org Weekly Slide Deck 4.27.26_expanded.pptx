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3.xml" ContentType="application/vnd.openxmlformats-officedocument.theme+xml"/>
  <Override PartName="/ppt/tags/tag7.xml" ContentType="application/vnd.openxmlformats-officedocument.presentationml.tags+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4.xml" ContentType="application/vnd.openxmlformats-officedocument.theme+xml"/>
  <Override PartName="/ppt/tags/tag8.xml" ContentType="application/vnd.openxmlformats-officedocument.presentationml.tags+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ags/tag9.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5798" r:id="rId4"/>
    <p:sldMasterId id="2147485675" r:id="rId5"/>
    <p:sldMasterId id="2147484762" r:id="rId6"/>
    <p:sldMasterId id="2147484830" r:id="rId7"/>
    <p:sldMasterId id="2147485856" r:id="rId8"/>
  </p:sldMasterIdLst>
  <p:notesMasterIdLst>
    <p:notesMasterId r:id="rId24"/>
  </p:notesMasterIdLst>
  <p:handoutMasterIdLst>
    <p:handoutMasterId r:id="rId25"/>
  </p:handoutMasterIdLst>
  <p:sldIdLst>
    <p:sldId id="276" r:id="rId9"/>
    <p:sldId id="256" r:id="rId41"/>
    <p:sldId id="257" r:id="rId33"/>
    <p:sldId id="258" r:id="rId34"/>
    <p:sldId id="259" r:id="rId35"/>
    <p:sldId id="260" r:id="rId36"/>
    <p:sldId id="261" r:id="rId37"/>
    <p:sldId id="262" r:id="rId38"/>
    <p:sldId id="263" r:id="rId39"/>
    <p:sldId id="264" r:id="rId40"/>
    <p:sldId id="2147483613" r:id="rId10"/>
    <p:sldId id="309" r:id="rId11"/>
    <p:sldId id="307" r:id="rId12"/>
    <p:sldId id="304" r:id="rId13"/>
    <p:sldId id="2147483612" r:id="rId14"/>
    <p:sldId id="308" r:id="rId15"/>
    <p:sldId id="312" r:id="rId16"/>
    <p:sldId id="2147475696" r:id="rId17"/>
    <p:sldId id="2147483606" r:id="rId18"/>
    <p:sldId id="332" r:id="rId19"/>
    <p:sldId id="2147483639" r:id="rId20"/>
    <p:sldId id="320" r:id="rId21"/>
    <p:sldId id="300" r:id="rId22"/>
    <p:sldId id="319" r:id="rId23"/>
  </p:sldIdLst>
  <p:sldSz cx="12192000" cy="6858000"/>
  <p:notesSz cx="7102475" cy="9388475"/>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248" userDrawn="1">
          <p15:clr>
            <a:srgbClr val="A4A3A4"/>
          </p15:clr>
        </p15:guide>
        <p15:guide id="2" orient="horz" pos="235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C88B104-0603-DB14-FB19-8B061BAFB446}" name="Cirrincione, Deborah (Debbie)" initials="DC" userId="S::DCIRRINCI@newyorklife.com::208aada5-06cf-41ed-b292-2a173ac4d61d" providerId="AD"/>
  <p188:author id="{03F8FB18-B39D-0050-A8EB-A1A2407ED5D9}" name="Oliveira, Maile M." initials="OM" userId="S::mmbrown@newyorklife.com::64802ba7-84bf-436a-b409-1db34b4cff98" providerId="AD"/>
  <p188:author id="{A2B39C1C-877D-7914-D47E-BFD3482E12A9}" name="Murphy, Karen A." initials="KM" userId="S::kamurphy@newyorklife.com::e908a998-6e67-445b-bceb-e3f9243fa633" providerId="AD"/>
  <p188:author id="{27656B1E-4F6E-DB6E-9EE4-2BF187666295}" name="Chambers, Maryann" initials="CM" userId="S::mchambers02@newyorklife.com::859f9a9e-0f02-4620-8509-0bbdd26e0cb9" providerId="AD"/>
  <p188:author id="{0512EF21-C40B-D3CF-1B69-C0088690A08D}" name="Roughan, Sarah" initials="SR" userId="S::SROUGHAN@newyorklife.com::8091c5e4-3c9e-4ce8-a969-a2efd2174472" providerId="AD"/>
  <p188:author id="{61F13D22-0E0E-EE5D-D595-8ADB3788527F}" name="Cattan, Lauren E." initials="" userId="S::lecattan@newyorklife.com::ddd6e1fa-c82a-41c8-9d29-262da4981243" providerId="AD"/>
  <p188:author id="{D388B223-0728-409D-78CA-D25481D8D6FC}" name="Getaz, Marjorie V." initials="GV" userId="S::mgetaz@newyorklife.com::ea5e04bc-0316-4f07-ac82-b5c547970c0d" providerId="AD"/>
  <p188:author id="{D8734834-E2EB-99E0-93D8-641F24B0AD46}" name="Falvo, Christopher (Chris)" initials="FC" userId="S::cfalvo@newyorklife.com::ad72e406-7e4b-4df6-bc2b-fdbd41892401" providerId="AD"/>
  <p188:author id="{1D1EE235-820B-D8C7-6AA2-316059E7D001}" name="Rose-Curley, Kelly R." initials="RCKR" userId="S::krosecurley@newyorklife.com::35c7f804-a584-4833-8966-5d1db731baab" providerId="AD"/>
  <p188:author id="{50BFF837-3C3A-0E2C-0ED1-FB27565BFCDC}" name="Mariutto, Jennifer M." initials="MM" userId="S::jiannibel@newyorklife.com::c1f1ff73-0556-4c3e-b648-cf17dbe126d2" providerId="AD"/>
  <p188:author id="{EEDAC642-367D-31E6-1752-92D684194A65}" name="Hourihan, Karla M." initials="KH" userId="S::KSUNDSTRO@newyorklife.com::595e3252-aeba-4609-af9d-4f36f617beb2" providerId="AD"/>
  <p188:author id="{F55A2946-8F83-058E-720D-40DF22326A19}" name="Bueti, Grazia (Grace)" initials="B(" userId="S::gbueti@newyorklife.com::c20da38d-4933-4cf1-8bc7-708859dc483f" providerId="AD"/>
  <p188:author id="{5DDDD84C-5F01-C273-2A72-188E082B6E60}" name="Schwartz, Deborah A." initials="DS" userId="S::daschwartz@newyorklife.com::f76e2373-eaaf-4e13-b974-65290e356216" providerId="AD"/>
  <p188:author id="{BA2DDC52-7CE2-0A0C-F0C4-5916F422448A}" name="Bulk, Andrew H. (Hunter)" initials="AB" userId="S::abulk@newyorklife.com::9ca1aaf4-2bdd-45d0-8ed4-7c68d5a17e49" providerId="AD"/>
  <p188:author id="{9C713C55-CBBA-9A64-B8F3-87D958DADF30}" name="Crimmins, Sheila A." initials="CS" userId="S::scrimmins@newyorklife.com::bf709f57-f968-48e4-ba64-4008d5d65a86" providerId="AD"/>
  <p188:author id="{2F65DD55-5C00-7671-AA59-1964AADD4DB0}" name="Bean, Darla L." initials="" userId="S::DBEAN@newyorklife.com::1cdda7fb-ded0-4ae6-9a0b-8ecf3341de13" providerId="AD"/>
  <p188:author id="{0A64D957-4C8C-1539-6B98-92C68A0D1D4A}" name="Kuzma, Matthew P." initials="" userId="S::mkuzma@newyorklife.com::e3edd6ba-4461-45fe-afc9-84ff9b2b1683" providerId="AD"/>
  <p188:author id="{98F39958-7A0C-819B-092A-654262FBFA68}" name="Nabors, Lisa (Lisa Renee)" initials="" userId="S::lnabors@newyorklife.com::2428def2-c02b-428d-91d0-cc587022f317" providerId="AD"/>
  <p188:author id="{047C695E-CC98-0A8A-B34A-0ECA6D510BB4}" name="Brown, Traci" initials="BT" userId="S::tbrown02@newyorklife.com::dbff7f98-554c-4297-ba8f-c5886a4da67b" providerId="AD"/>
  <p188:author id="{B6F96364-211C-8C43-AE38-CDEBEB04EC9F}" name="Mitra, Debapriya" initials="DM" userId="S::dmitra@newyorklife.com::21b21f98-a826-4455-9c9d-cb7d150c14fb" providerId="AD"/>
  <p188:author id="{C1456E67-7030-936D-33B0-32CE3A81C3D8}" name="Macchia, John" initials="" userId="S::jmacchia01@newyorklife.com::1f860ba1-b7e6-45b3-ba8f-232cf36abb01" providerId="AD"/>
  <p188:author id="{C8928A67-B20B-D87E-5540-087A347196AA}" name="Gilrein, Sean" initials="SG" userId="S::SGILREIN@newyorklife.com::8345e0ee-d86a-4f4d-938c-9dbb6e7c199d" providerId="AD"/>
  <p188:author id="{60874968-7C58-CE39-5BBD-0D797E532F25}" name="Cirrincione, Deborah (Debbie)" initials="dc" userId="Cirrincione, Deborah (Debbie)" providerId="None"/>
  <p188:author id="{7A0C5C6A-4A62-41D9-4F3E-3F1EBCA67392}" name="Klink, Edward E." initials="" userId="S::eeklink@newyorklife.com::d55b7f20-6b1a-488e-bc4e-45dcf68636ce" providerId="AD"/>
  <p188:author id="{9929BA6B-C613-F00B-8D48-206035D02269}" name="Gomes, Ligiane M. (Ligi)" initials="" userId="S::lgomes@newyorklife.com::2f659f96-c90e-4564-93aa-b062b87100ea" providerId="AD"/>
  <p188:author id="{3A22EB70-5E1C-70AC-9010-295C37A89265}" name="Fidz, Anna M." initials="" userId="S::afidz@newyorklife.com::403b62f2-a980-47af-8223-793a05db5331" providerId="AD"/>
  <p188:author id="{4F22687A-C5BE-8C0B-B553-3927C7BEA320}" name="Cook, Erin E." initials="EC" userId="S::eedowney@newyorklife.com::4ccbf6e1-c364-4b3c-a7a8-4026f8918c02" providerId="AD"/>
  <p188:author id="{49D67B7C-B5F7-6980-A774-191BA199960A}" name="Armstrong-Walker, Diana L." initials="DA" userId="S::dlarmstrongw@newyorklife.com::d378a642-fb86-4375-bb7b-45919c3cc48f" providerId="AD"/>
  <p188:author id="{C91B6384-E527-0C03-4389-92D94BB2B7CF}" name="McGuirk, Sheehan M." initials="MS" userId="S::smmcguirk@newyorklife.com::79890cd6-8da1-4f61-9db7-93e67eab352f" providerId="AD"/>
  <p188:author id="{DC977B89-0EAF-5F3D-1266-F0CEED641F58}" name="Gassaway, Debra (Debbie)" initials="" userId="S::dgassaway@newyorklife.com::811452f0-8070-42fd-a663-809a5b3624d3" providerId="AD"/>
  <p188:author id="{5E10B28E-48F4-BFAA-3974-64ECAB236F61}" name="Crimmins, Sheila A." initials="" userId="S::SCRIMMINS@newyorklife.com::bf709f57-f968-48e4-ba64-4008d5d65a86" providerId="AD"/>
  <p188:author id="{BE250D9C-0FC2-4FB7-F358-F4665534E3A1}" name="Shortall, Matthew" initials="SM" userId="S::mshortall@newyorklife.com::d61067b8-2dcf-49a2-837a-c6ef30972e27" providerId="AD"/>
  <p188:author id="{4FE8B29C-AF9E-63CB-0734-2F82018A51EB}" name="Liftman, Stephanie M." initials="" userId="S::smschneider@newyorklife.com::efc14625-f729-4af2-9e74-6b90b22b429d" providerId="AD"/>
  <p188:author id="{0C2A559E-9C6C-0970-3F23-A3AA10F90442}" name="Amendola, Anthony J." initials="AA" userId="S::aamendola@newyorklife.com::8d9d6dd4-fd66-429c-9e35-a7518ede12fb" providerId="AD"/>
  <p188:author id="{670EE99F-FA4B-F0B4-EAEC-1FF4C6FC0808}" name="Niehoff, Elizabeth H. (Liz)" initials="" userId="S::ehniehoff@newyorklife.com::2ad97e79-e416-461d-82b2-97d0b67ac1b1" providerId="AD"/>
  <p188:author id="{8A7325A0-1279-11C4-F94B-A403B22E1209}" name="Belo, Rose Marie" initials="" userId="S::rbelo@newyorklife.com::5312c633-4b08-4e98-985d-c547bb9a124f" providerId="AD"/>
  <p188:author id="{D8E169A0-C7FF-473C-B3AD-1168C85C0385}" name="Laramee, Elaine R." initials="" userId="S::ELARAMEE@newyorklife.com::ed7f34df-5a18-4770-8d58-27343b68b770" providerId="AD"/>
  <p188:author id="{8AA8C5A0-FBF5-2187-E641-BE707A338C8E}" name="Gilrein, Sean" initials="GS" userId="S::sgilrein@newyorklife.com::8345e0ee-d86a-4f4d-938c-9dbb6e7c199d" providerId="AD"/>
  <p188:author id="{3DF8EDA6-F86C-B98A-543E-360DCC21BB87}" name="Bean, Darla L." initials="BD" userId="S::dbean@newyorklife.com::1cdda7fb-ded0-4ae6-9a0b-8ecf3341de13" providerId="AD"/>
  <p188:author id="{C9110DAB-FD2B-50BE-50C7-7AD79071ACD7}" name="Petruccelli, Michael R. (Mike)" initials="" userId="S::mpetruccelli@newyorklife.com::6782a3d9-3f74-4bdf-838d-3b731992a725" providerId="AD"/>
  <p188:author id="{44669BAB-D232-6235-700B-B5070BD4784F}" name="Aligaen, Rina M." initials="" userId="S::rmaligaen@newyorklife.com::4d14e425-8ff4-45db-ab59-805e6bbc9a26" providerId="AD"/>
  <p188:author id="{E6EB99AD-729A-A869-0A78-480BA10A9DDD}" name="Weiser, Donna" initials="" userId="S::dweiser@newyorklife.com::8c69d483-485e-4e52-bf1a-586a7cc2347f" providerId="AD"/>
  <p188:author id="{BDA5E4AD-99DB-EE25-F4CE-ADFC14485082}" name="Antoniello, Christopher (Chris)" initials="" userId="S::cantoniello@newyorklife.com::712220fb-5d91-4258-9539-9653d43a755a" providerId="AD"/>
  <p188:author id="{C1B340AF-8CAB-C24A-19FE-71E0B22B6927}" name="Hill-Ries, Lisa N." initials="HL" userId="S::lnhillries@newyorklife.com::ab99e0e4-2b3a-4625-b0e9-1b0cffed9825" providerId="AD"/>
  <p188:author id="{AA45C8AF-5EAE-ED19-6D1B-21528F2279DA}" name="Rubin, Kathleen M. (Kathy)" initials="" userId="S::KRUBIN@newyorklife.com::12ebbc21-f07a-48bc-a611-e3954683d7c0" providerId="AD"/>
  <p188:author id="{80A621B0-98DD-DB02-6DA8-A0C392D002CD}" name="Rubin, Kathleen M. (Kathy)" initials="R(" userId="S::krubin@newyorklife.com::12ebbc21-f07a-48bc-a611-e3954683d7c0" providerId="AD"/>
  <p188:author id="{1D5EECB4-62E1-82F7-98F7-2ABE559C17BD}" name="Hase, Melanie L. (Melli)" initials="MH" userId="S::mlhase@newyorklife.com::97460e0e-4c90-446b-b934-aa22cb2ed870" providerId="AD"/>
  <p188:author id="{252F77B8-3706-DFAE-3C76-A25A02541A7F}" name="Laramee, Elaine R." initials="LE" userId="S::elaramee@newyorklife.com::ed7f34df-5a18-4770-8d58-27343b68b770" providerId="AD"/>
  <p188:author id="{899231BF-295E-7C78-33C6-B9E4F60BE1EF}" name="Parker-Magyar, Alexander V." initials="" userId="S::avparkermagy@newyorklife.com::b2a07cd5-f592-4539-94aa-2a41e6a238e9" providerId="AD"/>
  <p188:author id="{24BA49C8-92E0-50E2-A4FA-9651F8610C6E}" name="Roughan, Sarah" initials="RS" userId="S::sroughan@newyorklife.com::8091c5e4-3c9e-4ce8-a969-a2efd2174472" providerId="AD"/>
  <p188:author id="{05C777CA-1AA9-7018-66C4-30CABF602BD9}" name="Brown, Peggy W." initials="BP" userId="S::pwbrown@newyorklife.com::1aecf54a-6bf6-4592-8b93-f373f4acaca2" providerId="AD"/>
  <p188:author id="{23AF9CCA-78FA-50A7-D504-0D454CD01A46}" name="Curtin, Lauren A." initials="" userId="S::lgilmore@newyorklife.com::6f6c4c81-7c45-40a8-b3f5-7e6ddd073395" providerId="AD"/>
  <p188:author id="{4820F8CA-0D7D-75D3-F9C2-5A9B9094B06F}" name="Lombardi, Ronald" initials="" userId="S::rlombardi@newyorklife.com::90020542-9349-4a1c-98f6-ac728adb002c" providerId="AD"/>
  <p188:author id="{EB8FBDCB-B405-9C57-DD28-EC16DFE1FEA5}" name="Falvo, Christopher (Chris)" initials="CF" userId="S::CFALVO@newyorklife.com::ad72e406-7e4b-4df6-bc2b-fdbd41892401" providerId="AD"/>
  <p188:author id="{F01B96D6-87F5-F019-5EB5-4F939888460F}" name="Mariutto, Jennifer M." initials="JM" userId="S::JIANNIBEL@newyorklife.com::c1f1ff73-0556-4c3e-b648-cf17dbe126d2" providerId="AD"/>
  <p188:author id="{68B046DB-94B6-1D44-553A-1D134A7BA8DC}" name="Essig, Daniel (Danny)" initials="ED" userId="S::dessig@newyorklife.com::f32510c9-2efe-4bb9-aa71-daecbbe6a660" providerId="AD"/>
  <p188:author id="{0C2CE8DF-280C-8473-CC3F-0CAA48B56FE8}" name="Gulisano, James F. (Jamie)" initials="" userId="S::JGULISANO@newyorklife.com::9c98f369-4b8b-4fec-acab-a272b9024458" providerId="AD"/>
  <p188:author id="{181863E0-D98D-3C17-17AD-016BAEF37155}" name="Ferguson, Michael S. (Mike)" initials="F(" userId="S::mferguson01@newyorklife.com::3572e4fa-3fa2-48c8-b0ce-39fda1969879" providerId="AD"/>
  <p188:author id="{C0B5DBE0-FF85-AE3E-4531-56962B7CF052}" name="Mcdermott, Patrick B." initials="" userId="S::PMCDERMOT@newyorklife.com::abc56b72-56a0-49c6-bee4-46c6d1d4f69d" providerId="AD"/>
  <p188:author id="{DA07D0E3-359E-887B-A92C-C1E38B730533}" name="Cirrincione, Deborah (Debbie)" initials="CD" userId="S::dcirrinci@newyorklife.com::208aada5-06cf-41ed-b292-2a173ac4d61d" providerId="AD"/>
  <p188:author id="{CF15BEE4-1643-3CCA-D837-251CF4390522}" name="Rowland, Njeri C." initials="NR" userId="S::nrowland@newyorklife.com::7526444e-40cd-4685-9189-6a7ffe474f76" providerId="AD"/>
  <p188:author id="{73371CE5-7D96-BD6C-078D-B3A6D6FAA8B9}" name="Bednarz, Christine A." initials="BCA" userId="S::cabednarz@newyorklife.com::8da3e2fc-0a9f-4d26-abe3-9a25ded5506f" providerId="AD"/>
  <p188:author id="{9D80C2EB-5545-7878-D0C2-C959B1F1ADB7}" name="Ferguson, Michael S. (Mike)" initials="MF" userId="S::MFERGUSON01@newyorklife.com::3572e4fa-3fa2-48c8-b0ce-39fda1969879" providerId="AD"/>
  <p188:author id="{81825AEE-7DF5-D32C-1742-6673EC338428}" name="Hourihan, Karla M." initials="HK" userId="S::ksundstro@newyorklife.com::595e3252-aeba-4609-af9d-4f36f617beb2" providerId="AD"/>
  <p188:author id="{4B87E1EF-0466-3982-449B-38629DF1EE7F}" name="Forand, Patrick W." initials="FP" userId="S::pforand@newyorklife.com::151abf93-ee6a-4408-8c4a-0fc8c7dedff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E9A5"/>
    <a:srgbClr val="0468FF"/>
    <a:srgbClr val="0042E8"/>
    <a:srgbClr val="A5CAF4"/>
    <a:srgbClr val="A4C9F3"/>
    <a:srgbClr val="FF9522"/>
    <a:srgbClr val="A6F0C0"/>
    <a:srgbClr val="000000"/>
    <a:srgbClr val="2E86AF"/>
    <a:srgbClr val="2202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8245" autoAdjust="0"/>
  </p:normalViewPr>
  <p:slideViewPr>
    <p:cSldViewPr snapToGrid="0">
      <p:cViewPr varScale="1">
        <p:scale>
          <a:sx n="52" d="100"/>
          <a:sy n="52" d="100"/>
        </p:scale>
        <p:origin x="2754" y="276"/>
      </p:cViewPr>
      <p:guideLst>
        <p:guide pos="1248"/>
        <p:guide orient="horz" pos="2352"/>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notesMaster" Target="notesMasters/notesMaster1.xml"/><Relationship Id="rId32"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viewProps" Target="viewProps.xml"/><Relationship Id="rId10" Type="http://schemas.openxmlformats.org/officeDocument/2006/relationships/slide" Target="slides/slide2.xml"/><Relationship Id="rId19" Type="http://schemas.openxmlformats.org/officeDocument/2006/relationships/slide" Target="slides/slide11.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presProps" Target="presProps.xml"/><Relationship Id="rId30" Type="http://schemas.openxmlformats.org/officeDocument/2006/relationships/tableStyles" Target="tableStyles.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9.xml"/><Relationship Id="rId37" Type="http://schemas.openxmlformats.org/officeDocument/2006/relationships/slide" Target="slides/slide20.xml"/><Relationship Id="rId38" Type="http://schemas.openxmlformats.org/officeDocument/2006/relationships/slide" Target="slides/slide21.xml"/><Relationship Id="rId39" Type="http://schemas.openxmlformats.org/officeDocument/2006/relationships/slide" Target="slides/slide22.xml"/><Relationship Id="rId40" Type="http://schemas.openxmlformats.org/officeDocument/2006/relationships/slide" Target="slides/slide23.xml"/><Relationship Id="rId41" Type="http://schemas.openxmlformats.org/officeDocument/2006/relationships/slide" Target="slides/slide2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eti, Grazia (Grace)" userId="c20da38d-4933-4cf1-8bc7-708859dc483f" providerId="ADAL" clId="{7E691470-409E-4843-8F6C-EEFF9EF1D650}"/>
    <pc:docChg chg="delSld">
      <pc:chgData name="Bueti, Grazia (Grace)" userId="c20da38d-4933-4cf1-8bc7-708859dc483f" providerId="ADAL" clId="{7E691470-409E-4843-8F6C-EEFF9EF1D650}" dt="2026-04-23T18:11:06.155" v="0" actId="47"/>
      <pc:docMkLst>
        <pc:docMk/>
      </pc:docMkLst>
      <pc:sldChg chg="del">
        <pc:chgData name="Bueti, Grazia (Grace)" userId="c20da38d-4933-4cf1-8bc7-708859dc483f" providerId="ADAL" clId="{7E691470-409E-4843-8F6C-EEFF9EF1D650}" dt="2026-04-23T18:11:06.155" v="0" actId="47"/>
        <pc:sldMkLst>
          <pc:docMk/>
          <pc:sldMk cId="2466822959" sldId="289"/>
        </pc:sldMkLst>
      </pc:sldChg>
      <pc:sldChg chg="del">
        <pc:chgData name="Bueti, Grazia (Grace)" userId="c20da38d-4933-4cf1-8bc7-708859dc483f" providerId="ADAL" clId="{7E691470-409E-4843-8F6C-EEFF9EF1D650}" dt="2026-04-23T18:11:06.155" v="0" actId="47"/>
        <pc:sldMkLst>
          <pc:docMk/>
          <pc:sldMk cId="3572377586" sldId="305"/>
        </pc:sldMkLst>
      </pc:sldChg>
      <pc:sldChg chg="del">
        <pc:chgData name="Bueti, Grazia (Grace)" userId="c20da38d-4933-4cf1-8bc7-708859dc483f" providerId="ADAL" clId="{7E691470-409E-4843-8F6C-EEFF9EF1D650}" dt="2026-04-23T18:11:06.155" v="0" actId="47"/>
        <pc:sldMkLst>
          <pc:docMk/>
          <pc:sldMk cId="2321934915" sldId="2147483611"/>
        </pc:sldMkLst>
      </pc:sldChg>
      <pc:sldChg chg="del">
        <pc:chgData name="Bueti, Grazia (Grace)" userId="c20da38d-4933-4cf1-8bc7-708859dc483f" providerId="ADAL" clId="{7E691470-409E-4843-8F6C-EEFF9EF1D650}" dt="2026-04-23T18:11:06.155" v="0" actId="47"/>
        <pc:sldMkLst>
          <pc:docMk/>
          <pc:sldMk cId="1269613202" sldId="2147483614"/>
        </pc:sldMkLst>
      </pc:sldChg>
      <pc:sldChg chg="del">
        <pc:chgData name="Bueti, Grazia (Grace)" userId="c20da38d-4933-4cf1-8bc7-708859dc483f" providerId="ADAL" clId="{7E691470-409E-4843-8F6C-EEFF9EF1D650}" dt="2026-04-23T18:11:06.155" v="0" actId="47"/>
        <pc:sldMkLst>
          <pc:docMk/>
          <pc:sldMk cId="3790362130" sldId="2147483615"/>
        </pc:sldMkLst>
      </pc:sldChg>
      <pc:sldChg chg="del">
        <pc:chgData name="Bueti, Grazia (Grace)" userId="c20da38d-4933-4cf1-8bc7-708859dc483f" providerId="ADAL" clId="{7E691470-409E-4843-8F6C-EEFF9EF1D650}" dt="2026-04-23T18:11:06.155" v="0" actId="47"/>
        <pc:sldMkLst>
          <pc:docMk/>
          <pc:sldMk cId="1813920476" sldId="2147483617"/>
        </pc:sldMkLst>
      </pc:sldChg>
      <pc:sldChg chg="del">
        <pc:chgData name="Bueti, Grazia (Grace)" userId="c20da38d-4933-4cf1-8bc7-708859dc483f" providerId="ADAL" clId="{7E691470-409E-4843-8F6C-EEFF9EF1D650}" dt="2026-04-23T18:11:06.155" v="0" actId="47"/>
        <pc:sldMkLst>
          <pc:docMk/>
          <pc:sldMk cId="1243820344" sldId="2147483638"/>
        </pc:sldMkLst>
      </pc:sldChg>
    </pc:docChg>
  </pc:docChgLst>
</pc:chgInfo>
</file>

<file path=ppt/handoutMasters/_rels/handoutMaster1.xml.rels><?xml version="1.0" encoding="UTF-8"?><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39839A-6710-2204-4CDA-C3A65EC879F4}"/>
              </a:ext>
            </a:extLst>
          </p:cNvPr>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a:extLst>
              <a:ext uri="{FF2B5EF4-FFF2-40B4-BE49-F238E27FC236}">
                <a16:creationId xmlns:a16="http://schemas.microsoft.com/office/drawing/2014/main" id="{E99578DC-03E8-1058-6D53-36643595872A}"/>
              </a:ext>
            </a:extLst>
          </p:cNvPr>
          <p:cNvSpPr>
            <a:spLocks noGrp="1"/>
          </p:cNvSpPr>
          <p:nvPr>
            <p:ph type="dt" sz="quarter" idx="1"/>
          </p:nvPr>
        </p:nvSpPr>
        <p:spPr>
          <a:xfrm>
            <a:off x="4023092" y="0"/>
            <a:ext cx="3077739" cy="471054"/>
          </a:xfrm>
          <a:prstGeom prst="rect">
            <a:avLst/>
          </a:prstGeom>
        </p:spPr>
        <p:txBody>
          <a:bodyPr vert="horz" lIns="94229" tIns="47114" rIns="94229" bIns="47114" rtlCol="0"/>
          <a:lstStyle>
            <a:lvl1pPr algn="r">
              <a:defRPr sz="1200"/>
            </a:lvl1pPr>
          </a:lstStyle>
          <a:p>
            <a:fld id="{E7A4511B-ADED-4F45-B3F1-92161E2FB2AD}" type="datetimeFigureOut">
              <a:rPr lang="en-US" smtClean="0"/>
              <a:t>4/23/2026</a:t>
            </a:fld>
            <a:endParaRPr lang="en-US"/>
          </a:p>
        </p:txBody>
      </p:sp>
      <p:sp>
        <p:nvSpPr>
          <p:cNvPr id="4" name="Footer Placeholder 3">
            <a:extLst>
              <a:ext uri="{FF2B5EF4-FFF2-40B4-BE49-F238E27FC236}">
                <a16:creationId xmlns:a16="http://schemas.microsoft.com/office/drawing/2014/main" id="{D79651AB-85DF-CC16-069D-ADF98F769CC6}"/>
              </a:ext>
            </a:extLst>
          </p:cNvPr>
          <p:cNvSpPr>
            <a:spLocks noGrp="1"/>
          </p:cNvSpPr>
          <p:nvPr>
            <p:ph type="ftr" sz="quarter" idx="2"/>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D9EB7D0-D96F-0021-E271-E06D345388B0}"/>
              </a:ext>
            </a:extLst>
          </p:cNvPr>
          <p:cNvSpPr>
            <a:spLocks noGrp="1"/>
          </p:cNvSpPr>
          <p:nvPr>
            <p:ph type="sldNum" sz="quarter" idx="3"/>
          </p:nvPr>
        </p:nvSpPr>
        <p:spPr>
          <a:xfrm>
            <a:off x="4023092" y="8917422"/>
            <a:ext cx="3077739" cy="471053"/>
          </a:xfrm>
          <a:prstGeom prst="rect">
            <a:avLst/>
          </a:prstGeom>
        </p:spPr>
        <p:txBody>
          <a:bodyPr vert="horz" lIns="94229" tIns="47114" rIns="94229" bIns="47114" rtlCol="0" anchor="b"/>
          <a:lstStyle>
            <a:lvl1pPr algn="r">
              <a:defRPr sz="1200"/>
            </a:lvl1pPr>
          </a:lstStyle>
          <a:p>
            <a:fld id="{8F3748A2-8B31-4D5F-8B5A-39B51195A439}" type="slidenum">
              <a:rPr lang="en-US" smtClean="0"/>
              <a:t>‹#›</a:t>
            </a:fld>
            <a:endParaRPr lang="en-US"/>
          </a:p>
        </p:txBody>
      </p:sp>
    </p:spTree>
    <p:extLst>
      <p:ext uri="{BB962C8B-B14F-4D97-AF65-F5344CB8AC3E}">
        <p14:creationId xmlns:p14="http://schemas.microsoft.com/office/powerpoint/2010/main" val="233057701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957" userDrawn="1">
          <p15:clr>
            <a:srgbClr val="F26B43"/>
          </p15:clr>
        </p15:guide>
        <p15:guide id="2" pos="2237" userDrawn="1">
          <p15:clr>
            <a:srgbClr val="F26B43"/>
          </p15:clr>
        </p15:guide>
      </p15:sldGuideLst>
    </p:ext>
  </p:extLst>
</p:handoutMaster>
</file>

<file path=ppt/notesMasters/_rels/notesMaster1.xml.rels><?xml version="1.0" encoding="UTF-8"?><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EA976E3E-BBA1-487D-B81E-A53C96360150}" type="datetimeFigureOut">
              <a:t>4/23/2026</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B8F2EEE2-46E2-47E5-8287-018A51779D44}" type="slidenum">
              <a:t>‹#›</a:t>
            </a:fld>
            <a:endParaRPr lang="en-US"/>
          </a:p>
        </p:txBody>
      </p:sp>
    </p:spTree>
    <p:extLst>
      <p:ext uri="{BB962C8B-B14F-4D97-AF65-F5344CB8AC3E}">
        <p14:creationId xmlns:p14="http://schemas.microsoft.com/office/powerpoint/2010/main" val="2113819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3" Type="http://schemas.openxmlformats.org/officeDocument/2006/relationships/hyperlink" Target="https://nylife.zoom.us/webinar/register/WN_GfEarc3fRY6b6ND7j_D_3w"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2289">
              <a:defRPr/>
            </a:pPr>
            <a:r>
              <a:rPr lang="en-US" b="1"/>
              <a:t xml:space="preserve">New Org Section: </a:t>
            </a:r>
            <a:r>
              <a:rPr lang="en-US"/>
              <a:t xml:space="preserve">For SPs and Partners presenting to </a:t>
            </a:r>
            <a:r>
              <a:rPr lang="en-US" b="1"/>
              <a:t>New Org agents</a:t>
            </a:r>
            <a:r>
              <a:rPr lang="en-US"/>
              <a:t>. These slides are visible to EPs and MPs.</a:t>
            </a:r>
            <a:endParaRPr lang="en-US" b="1"/>
          </a:p>
          <a:p>
            <a:endParaRPr lang="en-US"/>
          </a:p>
        </p:txBody>
      </p:sp>
      <p:sp>
        <p:nvSpPr>
          <p:cNvPr id="4" name="Slide Number Placeholder 3"/>
          <p:cNvSpPr>
            <a:spLocks noGrp="1"/>
          </p:cNvSpPr>
          <p:nvPr>
            <p:ph type="sldNum" sz="quarter" idx="5"/>
          </p:nvPr>
        </p:nvSpPr>
        <p:spPr/>
        <p:txBody>
          <a:bodyPr/>
          <a:lstStyle/>
          <a:p>
            <a:fld id="{B8F2EEE2-46E2-47E5-8287-018A51779D44}" type="slidenum">
              <a:rPr lang="en-US" smtClean="0"/>
              <a:t>1</a:t>
            </a:fld>
            <a:endParaRPr lang="en-US"/>
          </a:p>
        </p:txBody>
      </p:sp>
    </p:spTree>
    <p:extLst>
      <p:ext uri="{BB962C8B-B14F-4D97-AF65-F5344CB8AC3E}">
        <p14:creationId xmlns:p14="http://schemas.microsoft.com/office/powerpoint/2010/main" val="39826634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xml:space="preserve">Register today: Economic and Market Update </a:t>
            </a:r>
            <a:br>
              <a:rPr lang="en-US"/>
            </a:br>
            <a:r>
              <a:rPr lang="en-US" sz="1200">
                <a:effectLst/>
                <a:ea typeface="Aptos" panose="020B0004020202020204" pitchFamily="34" charset="0"/>
                <a:cs typeface="Aptos" panose="020B0004020202020204" pitchFamily="34" charset="0"/>
              </a:rPr>
              <a:t xml:space="preserve">May 1 at 12:30 pm ET with </a:t>
            </a:r>
            <a:br>
              <a:rPr lang="en-US" sz="1200">
                <a:effectLst/>
                <a:ea typeface="Aptos" panose="020B0004020202020204" pitchFamily="34" charset="0"/>
                <a:cs typeface="Aptos" panose="020B0004020202020204" pitchFamily="34" charset="0"/>
              </a:rPr>
            </a:br>
            <a:r>
              <a:rPr lang="en-US" sz="1200">
                <a:effectLst/>
                <a:ea typeface="Aptos" panose="020B0004020202020204" pitchFamily="34" charset="0"/>
                <a:cs typeface="Aptos" panose="020B0004020202020204" pitchFamily="34" charset="0"/>
              </a:rPr>
              <a:t xml:space="preserve">Sonali Virendra and Craig Sabal </a:t>
            </a:r>
            <a:endParaRPr lang="en-US" sz="1200"/>
          </a:p>
          <a:p>
            <a:br>
              <a:rPr lang="en-US"/>
            </a:br>
            <a:r>
              <a:rPr lang="en-US"/>
              <a:t xml:space="preserve">Link to register </a:t>
            </a:r>
            <a:br>
              <a:rPr lang="en-US"/>
            </a:br>
            <a:r>
              <a:rPr lang="en-US"/>
              <a:t>https://nylagencycomms.zoom.us/webinar/register/WN_ZIR0N3S_RouJ877F6Y0faA#/registration</a:t>
            </a:r>
          </a:p>
          <a:p>
            <a:endParaRPr lang="en-US"/>
          </a:p>
        </p:txBody>
      </p:sp>
      <p:sp>
        <p:nvSpPr>
          <p:cNvPr id="4" name="Slide Number Placeholder 3"/>
          <p:cNvSpPr>
            <a:spLocks noGrp="1"/>
          </p:cNvSpPr>
          <p:nvPr>
            <p:ph type="sldNum" sz="quarter" idx="5"/>
          </p:nvPr>
        </p:nvSpPr>
        <p:spPr/>
        <p:txBody>
          <a:bodyPr/>
          <a:lstStyle/>
          <a:p>
            <a:fld id="{B8F2EEE2-46E2-47E5-8287-018A51779D44}" type="slidenum">
              <a:rPr lang="en-US" smtClean="0"/>
              <a:t>2</a:t>
            </a:fld>
            <a:endParaRPr lang="en-US"/>
          </a:p>
        </p:txBody>
      </p:sp>
    </p:spTree>
    <p:extLst>
      <p:ext uri="{BB962C8B-B14F-4D97-AF65-F5344CB8AC3E}">
        <p14:creationId xmlns:p14="http://schemas.microsoft.com/office/powerpoint/2010/main" val="2946867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446D4-3B66-8C41-B73C-523EA561D1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E615B9-9A50-27E4-9BAF-3AA4765C4F3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6E47EB2-14BE-2A0E-1907-39232BC4BD7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 xml:space="preserve">Work smarter with </a:t>
            </a:r>
            <a:r>
              <a:rPr lang="en-US" b="1" err="1">
                <a:latin typeface="Arial" panose="020B0604020202020204" pitchFamily="34" charset="0"/>
                <a:ea typeface="Calibri"/>
                <a:cs typeface="Arial" panose="020B0604020202020204" pitchFamily="34" charset="0"/>
              </a:rPr>
              <a:t>ClientMine</a:t>
            </a:r>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a:latin typeface="Arial" panose="020B0604020202020204" pitchFamily="34" charset="0"/>
                <a:ea typeface="Calibri"/>
                <a:cs typeface="Arial" panose="020B0604020202020204" pitchFamily="34" charset="0"/>
              </a:rPr>
              <a:t xml:space="preserve">The </a:t>
            </a:r>
            <a:r>
              <a:rPr lang="en-US" b="1">
                <a:latin typeface="Arial" panose="020B0604020202020204" pitchFamily="34" charset="0"/>
                <a:ea typeface="Calibri"/>
                <a:cs typeface="Arial" panose="020B0604020202020204" pitchFamily="34" charset="0"/>
              </a:rPr>
              <a:t xml:space="preserve">April 30 Tech Training Thursday </a:t>
            </a:r>
            <a:r>
              <a:rPr lang="en-US" b="0">
                <a:latin typeface="Arial" panose="020B0604020202020204" pitchFamily="34" charset="0"/>
                <a:ea typeface="Calibri"/>
                <a:cs typeface="Arial" panose="020B0604020202020204" pitchFamily="34" charset="0"/>
              </a:rPr>
              <a:t xml:space="preserve">session highlights </a:t>
            </a:r>
            <a:r>
              <a:rPr lang="en-US" b="1" err="1">
                <a:latin typeface="Arial" panose="020B0604020202020204" pitchFamily="34" charset="0"/>
                <a:ea typeface="Calibri"/>
                <a:cs typeface="Arial" panose="020B0604020202020204" pitchFamily="34" charset="0"/>
              </a:rPr>
              <a:t>ClientMine</a:t>
            </a:r>
            <a:r>
              <a:rPr lang="en-US" b="1">
                <a:latin typeface="Arial" panose="020B0604020202020204" pitchFamily="34" charset="0"/>
                <a:ea typeface="Calibri"/>
                <a:cs typeface="Arial" panose="020B0604020202020204" pitchFamily="34" charset="0"/>
              </a:rPr>
              <a:t xml:space="preserve"> training for agents</a:t>
            </a:r>
            <a:r>
              <a:rPr lang="en-US" b="0">
                <a:latin typeface="Arial" panose="020B0604020202020204" pitchFamily="34" charset="0"/>
                <a:ea typeface="Calibri"/>
                <a:cs typeface="Arial" panose="020B0604020202020204" pitchFamily="34" charset="0"/>
              </a:rPr>
              <a:t xml:space="preserve">. Featured speaker </a:t>
            </a:r>
            <a:r>
              <a:rPr lang="en-US" b="1">
                <a:latin typeface="Arial" panose="020B0604020202020204" pitchFamily="34" charset="0"/>
                <a:ea typeface="Calibri"/>
                <a:cs typeface="Arial" panose="020B0604020202020204" pitchFamily="34" charset="0"/>
              </a:rPr>
              <a:t>Travis Rhine</a:t>
            </a:r>
            <a:r>
              <a:rPr lang="en-US" b="0">
                <a:latin typeface="Arial" panose="020B0604020202020204" pitchFamily="34" charset="0"/>
                <a:ea typeface="Calibri"/>
                <a:cs typeface="Arial" panose="020B0604020202020204" pitchFamily="34" charset="0"/>
              </a:rPr>
              <a:t>, President’s Council, Greater South Carolina Office, will share a live demonstration, recent release highlights, navigation tips, and practical ideas agents can use right away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Contact:</a:t>
            </a:r>
            <a:r>
              <a:rPr lang="en-US">
                <a:latin typeface="Arial" panose="020B0604020202020204" pitchFamily="34" charset="0"/>
                <a:ea typeface="Calibri"/>
                <a:cs typeface="Arial" panose="020B0604020202020204" pitchFamily="34" charset="0"/>
              </a:rPr>
              <a:t xml:space="preserve"> PLAN@newyorklife.com</a:t>
            </a:r>
            <a:endParaRPr lang="en-US" b="1">
              <a:ea typeface="Calibri"/>
              <a:cs typeface="Calibri"/>
            </a:endParaRPr>
          </a:p>
          <a:p>
            <a:endParaRPr lang="en-US" b="1">
              <a:ea typeface="Calibri"/>
              <a:cs typeface="Calibri"/>
            </a:endParaRPr>
          </a:p>
          <a:p>
            <a:r>
              <a:rPr lang="en-US" b="1">
                <a:ea typeface="Calibri"/>
                <a:cs typeface="Calibri"/>
              </a:rPr>
              <a:t xml:space="preserve">Registration link: </a:t>
            </a:r>
            <a:r>
              <a:rPr lang="en-US">
                <a:ea typeface="Calibri"/>
                <a:cs typeface="Calibri"/>
              </a:rPr>
              <a:t xml:space="preserve">https://nylife.zoom.us/webinar/register/WN_kDtpJ5H5Swu-L7EhfHSj8g </a:t>
            </a:r>
          </a:p>
        </p:txBody>
      </p:sp>
      <p:sp>
        <p:nvSpPr>
          <p:cNvPr id="4" name="Slide Number Placeholder 3">
            <a:extLst>
              <a:ext uri="{FF2B5EF4-FFF2-40B4-BE49-F238E27FC236}">
                <a16:creationId xmlns:a16="http://schemas.microsoft.com/office/drawing/2014/main" id="{D7555ABA-9204-C376-0949-0691CFE9B2E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2869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0C54C-1176-2C40-3E16-6F2937988C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440804-0B42-5D49-91FC-6F7C66E6974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E6732B2-C97A-601C-7D71-A1B232C01F27}"/>
              </a:ext>
            </a:extLst>
          </p:cNvPr>
          <p:cNvSpPr>
            <a:spLocks noGrp="1"/>
          </p:cNvSpPr>
          <p:nvPr>
            <p:ph type="body" idx="1"/>
          </p:nvPr>
        </p:nvSpPr>
        <p:spPr/>
        <p:txBody>
          <a:bodyPr/>
          <a:lstStyle/>
          <a:p>
            <a:r>
              <a:rPr lang="en-US" sz="1200" b="0">
                <a:latin typeface="Arial" panose="020B0604020202020204" pitchFamily="34" charset="0"/>
                <a:cs typeface="Arial" panose="020B0604020202020204" pitchFamily="34" charset="0"/>
              </a:rPr>
              <a:t xml:space="preserve">The </a:t>
            </a:r>
            <a:r>
              <a:rPr lang="en-US" sz="1200" b="1">
                <a:latin typeface="Arial" panose="020B0604020202020204" pitchFamily="34" charset="0"/>
                <a:cs typeface="Arial" panose="020B0604020202020204" pitchFamily="34" charset="0"/>
              </a:rPr>
              <a:t xml:space="preserve">April and May New Org Bonus </a:t>
            </a:r>
            <a:r>
              <a:rPr lang="en-US" sz="1200" b="0">
                <a:latin typeface="Arial" panose="020B0604020202020204" pitchFamily="34" charset="0"/>
                <a:cs typeface="Arial" panose="020B0604020202020204" pitchFamily="34" charset="0"/>
              </a:rPr>
              <a:t xml:space="preserve">gives </a:t>
            </a:r>
            <a:r>
              <a:rPr lang="en-US" sz="1200" b="1">
                <a:latin typeface="Arial" panose="020B0604020202020204" pitchFamily="34" charset="0"/>
                <a:cs typeface="Arial" panose="020B0604020202020204" pitchFamily="34" charset="0"/>
              </a:rPr>
              <a:t xml:space="preserve">New Org agents </a:t>
            </a:r>
            <a:r>
              <a:rPr lang="en-US" sz="1200" b="0">
                <a:latin typeface="Arial" panose="020B0604020202020204" pitchFamily="34" charset="0"/>
                <a:cs typeface="Arial" panose="020B0604020202020204" pitchFamily="34" charset="0"/>
              </a:rPr>
              <a:t xml:space="preserve">an opportunity to qualify for a </a:t>
            </a:r>
            <a:r>
              <a:rPr lang="en-US" sz="1200" b="1">
                <a:latin typeface="Arial" panose="020B0604020202020204" pitchFamily="34" charset="0"/>
                <a:cs typeface="Arial" panose="020B0604020202020204" pitchFamily="34" charset="0"/>
              </a:rPr>
              <a:t xml:space="preserve">$300 bonus </a:t>
            </a:r>
            <a:r>
              <a:rPr lang="en-US" sz="1200" b="0">
                <a:latin typeface="Arial" panose="020B0604020202020204" pitchFamily="34" charset="0"/>
                <a:cs typeface="Arial" panose="020B0604020202020204" pitchFamily="34" charset="0"/>
              </a:rPr>
              <a:t xml:space="preserve">and </a:t>
            </a:r>
            <a:r>
              <a:rPr lang="en-US" sz="1200" b="1">
                <a:latin typeface="Arial" panose="020B0604020202020204" pitchFamily="34" charset="0"/>
                <a:cs typeface="Arial" panose="020B0604020202020204" pitchFamily="34" charset="0"/>
              </a:rPr>
              <a:t xml:space="preserve">1,000 bonus Council Credits </a:t>
            </a:r>
            <a:r>
              <a:rPr lang="en-US" sz="1200" b="0">
                <a:latin typeface="Arial" panose="020B0604020202020204" pitchFamily="34" charset="0"/>
                <a:cs typeface="Arial" panose="020B0604020202020204" pitchFamily="34" charset="0"/>
              </a:rPr>
              <a:t xml:space="preserve">based on paid life case activity between </a:t>
            </a:r>
            <a:r>
              <a:rPr lang="en-US" sz="1200" b="1">
                <a:latin typeface="Arial" panose="020B0604020202020204" pitchFamily="34" charset="0"/>
                <a:cs typeface="Arial" panose="020B0604020202020204" pitchFamily="34" charset="0"/>
              </a:rPr>
              <a:t>April 1 and May 29, 2026</a:t>
            </a:r>
            <a:r>
              <a:rPr lang="en-US" sz="1200" b="0">
                <a:latin typeface="Arial" panose="020B0604020202020204" pitchFamily="34" charset="0"/>
                <a:cs typeface="Arial" panose="020B0604020202020204" pitchFamily="34" charset="0"/>
              </a:rPr>
              <a:t>. Paying for 3 qualifying life cases earns the $300 bonus. Paying for 1 additional qualifying life case, for a total of 4, also earns 1,000 bonus Council Credits. EWL cases count on a 3 to 1 basis, and VUL cases are excluded.</a:t>
            </a:r>
          </a:p>
          <a:p>
            <a:endParaRPr lang="en-US" sz="1200" b="0">
              <a:latin typeface="Arial" panose="020B0604020202020204" pitchFamily="34" charset="0"/>
              <a:cs typeface="Arial" panose="020B0604020202020204" pitchFamily="34" charset="0"/>
            </a:endParaRPr>
          </a:p>
          <a:p>
            <a:r>
              <a:rPr lang="en-US" sz="1200" b="0">
                <a:latin typeface="Arial" panose="020B0604020202020204" pitchFamily="34" charset="0"/>
                <a:cs typeface="Arial" panose="020B0604020202020204" pitchFamily="34" charset="0"/>
              </a:rPr>
              <a:t xml:space="preserve">For details, visit the </a:t>
            </a:r>
            <a:r>
              <a:rPr lang="en-US" sz="1200" b="1">
                <a:latin typeface="Arial" panose="020B0604020202020204" pitchFamily="34" charset="0"/>
                <a:cs typeface="Arial" panose="020B0604020202020204" pitchFamily="34" charset="0"/>
              </a:rPr>
              <a:t>April and May New Org Bonus page on Info Central</a:t>
            </a:r>
            <a:r>
              <a:rPr lang="en-US" sz="1200" b="0">
                <a:latin typeface="Arial" panose="020B0604020202020204" pitchFamily="34" charset="0"/>
                <a:cs typeface="Arial" panose="020B0604020202020204" pitchFamily="34" charset="0"/>
              </a:rPr>
              <a:t xml:space="preserve">. Agents can also scan the QR code to access </a:t>
            </a:r>
            <a:r>
              <a:rPr lang="en-US" sz="1200" b="1">
                <a:latin typeface="Arial" panose="020B0604020202020204" pitchFamily="34" charset="0"/>
                <a:cs typeface="Arial" panose="020B0604020202020204" pitchFamily="34" charset="0"/>
              </a:rPr>
              <a:t xml:space="preserve">Life Case Strategies on Info Central </a:t>
            </a:r>
            <a:r>
              <a:rPr lang="en-US" sz="1200" b="0">
                <a:latin typeface="Arial" panose="020B0604020202020204" pitchFamily="34" charset="0"/>
                <a:cs typeface="Arial" panose="020B0604020202020204" pitchFamily="34" charset="0"/>
              </a:rPr>
              <a:t>for practical ideas and resources to help build life case momentum. The Life Sales Desk is available for support in reaching incentive and Council goals.</a:t>
            </a:r>
            <a:endParaRPr lang="en-US" sz="1200" b="1">
              <a:latin typeface="Arial" panose="020B0604020202020204" pitchFamily="34" charset="0"/>
              <a:cs typeface="Arial" panose="020B0604020202020204" pitchFamily="34" charset="0"/>
            </a:endParaRPr>
          </a:p>
          <a:p>
            <a:endParaRPr lang="en-US" sz="1200" b="1">
              <a:latin typeface="Arial" panose="020B0604020202020204" pitchFamily="34" charset="0"/>
              <a:cs typeface="Arial" panose="020B0604020202020204" pitchFamily="34" charset="0"/>
            </a:endParaRPr>
          </a:p>
          <a:p>
            <a:r>
              <a:rPr lang="en-US" sz="1200" b="1">
                <a:latin typeface="Arial" panose="020B0604020202020204" pitchFamily="34" charset="0"/>
                <a:cs typeface="Arial" panose="020B0604020202020204" pitchFamily="34" charset="0"/>
              </a:rPr>
              <a:t xml:space="preserve">Life Case Strategies Info Central page: </a:t>
            </a:r>
            <a:r>
              <a:rPr lang="en-US" sz="1200" b="0">
                <a:latin typeface="Arial" panose="020B0604020202020204" pitchFamily="34" charset="0"/>
                <a:cs typeface="Arial" panose="020B0604020202020204" pitchFamily="34" charset="0"/>
              </a:rPr>
              <a:t>https://www.today.newyorklife.com/agencyportal/s/article/Life-Case-Strategies</a:t>
            </a:r>
            <a:endParaRPr lang="en-US" b="0">
              <a:latin typeface="Arial" panose="020B0604020202020204" pitchFamily="34" charset="0"/>
              <a:ea typeface="Calibri"/>
              <a:cs typeface="Arial" panose="020B0604020202020204" pitchFamily="34" charset="0"/>
            </a:endParaRPr>
          </a:p>
          <a:p>
            <a:endParaRPr lang="en-US" b="1">
              <a:latin typeface="Arial" panose="020B0604020202020204" pitchFamily="34" charset="0"/>
              <a:ea typeface="Calibri"/>
              <a:cs typeface="Arial" panose="020B0604020202020204" pitchFamily="34" charset="0"/>
            </a:endParaRPr>
          </a:p>
          <a:p>
            <a:r>
              <a:rPr lang="en-US" b="1">
                <a:latin typeface="Arial" panose="020B0604020202020204" pitchFamily="34" charset="0"/>
                <a:ea typeface="Calibri"/>
                <a:cs typeface="Arial" panose="020B0604020202020204" pitchFamily="34" charset="0"/>
              </a:rPr>
              <a:t>Contact:</a:t>
            </a:r>
            <a:r>
              <a:rPr lang="en-US">
                <a:latin typeface="Arial" panose="020B0604020202020204" pitchFamily="34" charset="0"/>
                <a:ea typeface="Calibri"/>
                <a:cs typeface="Arial" panose="020B0604020202020204" pitchFamily="34" charset="0"/>
              </a:rPr>
              <a:t xml:space="preserve"> PLAN@newyorklife.com</a:t>
            </a:r>
          </a:p>
          <a:p>
            <a:endParaRPr lang="en-US">
              <a:latin typeface="Arial" panose="020B0604020202020204" pitchFamily="34" charset="0"/>
              <a:ea typeface="Calibri"/>
              <a:cs typeface="Arial" panose="020B0604020202020204" pitchFamily="34" charset="0"/>
            </a:endParaRPr>
          </a:p>
          <a:p>
            <a:r>
              <a:rPr lang="en-US" baseline="30000">
                <a:latin typeface="Arial" panose="020B0604020202020204" pitchFamily="34" charset="0"/>
                <a:ea typeface="Calibri"/>
                <a:cs typeface="Arial" panose="020B0604020202020204" pitchFamily="34" charset="0"/>
              </a:rPr>
              <a:t>1</a:t>
            </a:r>
            <a:r>
              <a:rPr lang="en-US">
                <a:latin typeface="Arial" panose="020B0604020202020204" pitchFamily="34" charset="0"/>
                <a:ea typeface="Calibri"/>
                <a:cs typeface="Arial" panose="020B0604020202020204" pitchFamily="34" charset="0"/>
              </a:rPr>
              <a:t xml:space="preserve"> Cash bonuses are credited as part of the Life and Annuity Expense Allowance Plan (EAP) and subject to Conditional Check. New York State (NYS) Insurance Law regulates the amount of Expense Allowance that can be credited to an agent’s ledger. In some instances, cash bonuses may be withheld when an agent has reached the maximum legal allowance under the Conditional Check formula. For more information, see Life and Annuity Expense Allowance Plan on Info Central. Agents who are eligible to enroll in EAP must be enrolled by April 30, 2026, to receive a cash bonus. Agents not enrolled by April 30, 2026, will receive bonus Council Credits in lieu of a cash bonus. Agents on the Allowance Builder XP TAS Plan in General Offices located in Arizona, California, Illinois, Iowa, Montana, Nevada, New Hampshire, North Dakota, and South Dakota who are not eligible to enroll in EAP may be eligible for a cash bonus as a one-time payment through TAS, subject to TAS limits. Bonus credits through TAS may not exceed NYS legal limits for Training Allowance.</a:t>
            </a:r>
          </a:p>
          <a:p>
            <a:endParaRPr lang="en-US">
              <a:latin typeface="Arial" panose="020B0604020202020204" pitchFamily="34" charset="0"/>
              <a:ea typeface="Calibri"/>
              <a:cs typeface="Arial" panose="020B0604020202020204" pitchFamily="34" charset="0"/>
            </a:endParaRPr>
          </a:p>
          <a:p>
            <a:r>
              <a:rPr lang="en-US" baseline="30000">
                <a:latin typeface="Arial" panose="020B0604020202020204" pitchFamily="34" charset="0"/>
                <a:ea typeface="Calibri"/>
                <a:cs typeface="Arial" panose="020B0604020202020204" pitchFamily="34" charset="0"/>
              </a:rPr>
              <a:t>2</a:t>
            </a:r>
            <a:r>
              <a:rPr lang="en-US">
                <a:latin typeface="Arial" panose="020B0604020202020204" pitchFamily="34" charset="0"/>
                <a:ea typeface="Calibri"/>
                <a:cs typeface="Arial" panose="020B0604020202020204" pitchFamily="34" charset="0"/>
              </a:rPr>
              <a:t xml:space="preserve"> Council Credits applied through this incentive do not count toward Cabinet qualification, or the 43,000 Council Credits required for Quality Council.</a:t>
            </a:r>
          </a:p>
          <a:p>
            <a:endParaRPr lang="en-US">
              <a:latin typeface="Arial" panose="020B0604020202020204" pitchFamily="34" charset="0"/>
              <a:ea typeface="Calibri"/>
              <a:cs typeface="Arial" panose="020B0604020202020204" pitchFamily="34" charset="0"/>
            </a:endParaRPr>
          </a:p>
          <a:p>
            <a:endParaRPr lang="en-US">
              <a:latin typeface="Arial" panose="020B0604020202020204" pitchFamily="34" charset="0"/>
              <a:ea typeface="Calibri"/>
              <a:cs typeface="Arial" panose="020B0604020202020204" pitchFamily="34" charset="0"/>
            </a:endParaRPr>
          </a:p>
        </p:txBody>
      </p:sp>
      <p:sp>
        <p:nvSpPr>
          <p:cNvPr id="4" name="Slide Number Placeholder 3">
            <a:extLst>
              <a:ext uri="{FF2B5EF4-FFF2-40B4-BE49-F238E27FC236}">
                <a16:creationId xmlns:a16="http://schemas.microsoft.com/office/drawing/2014/main" id="{9D77F0FD-7C37-2621-859A-5AB16CCCA6D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129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D222E-2526-C000-4C46-B6CD980DD6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A706C-8EDF-E705-90FB-8A7688C527D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D3BBCE1-0A55-FCB6-7A3E-ACE43D36DBD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Take action on the 10% PDA opportunity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a:latin typeface="Arial" panose="020B0604020202020204" pitchFamily="34" charset="0"/>
                <a:ea typeface="Calibri"/>
                <a:cs typeface="Arial" panose="020B0604020202020204" pitchFamily="34" charset="0"/>
              </a:rPr>
              <a:t xml:space="preserve">Be sure to make the most of the current 10% PDA opportunity. </a:t>
            </a:r>
            <a:r>
              <a:rPr lang="en-US" b="1">
                <a:latin typeface="Arial" panose="020B0604020202020204" pitchFamily="34" charset="0"/>
                <a:ea typeface="Calibri"/>
                <a:cs typeface="Arial" panose="020B0604020202020204" pitchFamily="34" charset="0"/>
              </a:rPr>
              <a:t xml:space="preserve">Greg Holmgren’s </a:t>
            </a:r>
            <a:r>
              <a:rPr lang="en-US" b="0">
                <a:latin typeface="Arial" panose="020B0604020202020204" pitchFamily="34" charset="0"/>
                <a:ea typeface="Calibri"/>
                <a:cs typeface="Arial" panose="020B0604020202020204" pitchFamily="34" charset="0"/>
              </a:rPr>
              <a:t>PDA overview video provides a practical introduction to how the Premium Deposit Account works, where it may fit in client conversations, and which clients may be good candidates for the strategy. The new PDA client mailing also offers a timely outreach touchpoint to help agents connect with eligible clients and create new conversation opportunities. The QR code links directly to Greg’s video for easy access.</a:t>
            </a:r>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Contact:</a:t>
            </a:r>
            <a:r>
              <a:rPr lang="en-US">
                <a:latin typeface="Arial" panose="020B0604020202020204" pitchFamily="34" charset="0"/>
                <a:ea typeface="Calibri"/>
                <a:cs typeface="Arial" panose="020B0604020202020204" pitchFamily="34" charset="0"/>
              </a:rPr>
              <a:t xml:space="preserve"> PLAN@newyorklife.com</a:t>
            </a:r>
          </a:p>
          <a:p>
            <a:endParaRPr lang="en-US" b="1">
              <a:ea typeface="Calibri"/>
              <a:cs typeface="Calibri"/>
            </a:endParaRPr>
          </a:p>
          <a:p>
            <a:r>
              <a:rPr lang="en-US" b="1">
                <a:ea typeface="Calibri"/>
                <a:cs typeface="Calibri"/>
              </a:rPr>
              <a:t xml:space="preserve">Link to Greg Holmgren’s PDA video: </a:t>
            </a:r>
            <a:r>
              <a:rPr lang="en-US">
                <a:ea typeface="Calibri"/>
                <a:cs typeface="Calibri"/>
              </a:rPr>
              <a:t>https://nylview.mediaspace.kaltura.com/media/Premium%20Deposit%20Overview/1_brvqib19</a:t>
            </a:r>
          </a:p>
        </p:txBody>
      </p:sp>
      <p:sp>
        <p:nvSpPr>
          <p:cNvPr id="4" name="Slide Number Placeholder 3">
            <a:extLst>
              <a:ext uri="{FF2B5EF4-FFF2-40B4-BE49-F238E27FC236}">
                <a16:creationId xmlns:a16="http://schemas.microsoft.com/office/drawing/2014/main" id="{89C36D57-95E6-6877-C98E-2B3D9A1298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68269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97AE3-63A9-E2A8-71C9-9DFA9E215E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9AFFC0-9091-21C2-E4D3-F0A973F1623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31CE43A-74BD-AADA-3C5D-2EE300DDB50F}"/>
              </a:ext>
            </a:extLst>
          </p:cNvPr>
          <p:cNvSpPr>
            <a:spLocks noGrp="1"/>
          </p:cNvSpPr>
          <p:nvPr>
            <p:ph type="body" idx="1"/>
          </p:nvPr>
        </p:nvSpPr>
        <p:spPr/>
        <p:txBody>
          <a:bodyPr/>
          <a:lstStyle/>
          <a:p>
            <a:r>
              <a:rPr kumimoji="0" lang="en-US" sz="1200" b="1" i="0" u="none" strike="noStrike" kern="1200" cap="none" spc="0" normalizeH="0" baseline="0" noProof="0">
                <a:ln>
                  <a:noFill/>
                </a:ln>
                <a:solidFill>
                  <a:srgbClr val="000962"/>
                </a:solidFill>
                <a:effectLst/>
                <a:uLnTx/>
                <a:uFillTx/>
                <a:latin typeface="Arial"/>
                <a:ea typeface="Geneva"/>
                <a:cs typeface="Arial"/>
              </a:rPr>
              <a:t xml:space="preserve">Released Retirement Account Employer Contributions Calculated – Income benefits tied to income model including 401K calculations, employer d1 and employer life </a:t>
            </a:r>
            <a:endParaRPr lang="en-US"/>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00962"/>
                </a:solidFill>
                <a:latin typeface="Arial"/>
                <a:ea typeface="Geneva"/>
                <a:cs typeface="Arial"/>
              </a:rPr>
              <a:t xml:space="preserve">Access Discovery &amp; Our Process scripts and videos accessible in the tool </a:t>
            </a:r>
            <a:endParaRPr lang="en-US" sz="1200"/>
          </a:p>
          <a:p>
            <a:endParaRPr lang="en-US"/>
          </a:p>
        </p:txBody>
      </p:sp>
      <p:sp>
        <p:nvSpPr>
          <p:cNvPr id="4" name="Slide Number Placeholder 3">
            <a:extLst>
              <a:ext uri="{FF2B5EF4-FFF2-40B4-BE49-F238E27FC236}">
                <a16:creationId xmlns:a16="http://schemas.microsoft.com/office/drawing/2014/main" id="{0FBC66DF-B9E1-A4F8-59AE-FE64D2EF290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01958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51F64-8D9E-CDF2-E9F7-8CDC2BE09D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4441FB-994C-C292-C9D3-4A47E621C74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65A489E-1577-8F4E-EEC8-ED47150B659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Lifetime Mutual Income Annuity client mailing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a:latin typeface="Arial" panose="020B0604020202020204" pitchFamily="34" charset="0"/>
                <a:ea typeface="Calibri"/>
                <a:cs typeface="Arial" panose="020B0604020202020204" pitchFamily="34" charset="0"/>
              </a:rPr>
              <a:t xml:space="preserve">This slide highlights the </a:t>
            </a:r>
            <a:r>
              <a:rPr lang="en-US" b="1">
                <a:latin typeface="Arial" panose="020B0604020202020204" pitchFamily="34" charset="0"/>
                <a:ea typeface="Calibri"/>
                <a:cs typeface="Arial" panose="020B0604020202020204" pitchFamily="34" charset="0"/>
              </a:rPr>
              <a:t>Mutual Income Annuity client mailing</a:t>
            </a:r>
            <a:r>
              <a:rPr lang="en-US" b="0">
                <a:latin typeface="Arial" panose="020B0604020202020204" pitchFamily="34" charset="0"/>
                <a:ea typeface="Calibri"/>
                <a:cs typeface="Arial" panose="020B0604020202020204" pitchFamily="34" charset="0"/>
              </a:rPr>
              <a:t xml:space="preserve">, which begins </a:t>
            </a:r>
            <a:r>
              <a:rPr lang="en-US" b="1">
                <a:latin typeface="Arial" panose="020B0604020202020204" pitchFamily="34" charset="0"/>
                <a:ea typeface="Calibri"/>
                <a:cs typeface="Arial" panose="020B0604020202020204" pitchFamily="34" charset="0"/>
              </a:rPr>
              <a:t xml:space="preserve">April 8 </a:t>
            </a:r>
            <a:r>
              <a:rPr lang="en-US" b="0">
                <a:latin typeface="Arial" panose="020B0604020202020204" pitchFamily="34" charset="0"/>
                <a:ea typeface="Calibri"/>
                <a:cs typeface="Arial" panose="020B0604020202020204" pitchFamily="34" charset="0"/>
              </a:rPr>
              <a:t xml:space="preserve">and provides a timely opportunity to connect with eligible clients. The outreach includes a client letter followed by an </a:t>
            </a:r>
            <a:r>
              <a:rPr lang="en-US" b="1">
                <a:latin typeface="Arial" panose="020B0604020202020204" pitchFamily="34" charset="0"/>
                <a:ea typeface="Calibri"/>
                <a:cs typeface="Arial" panose="020B0604020202020204" pitchFamily="34" charset="0"/>
              </a:rPr>
              <a:t xml:space="preserve">April 16 </a:t>
            </a:r>
            <a:r>
              <a:rPr lang="en-US" b="0">
                <a:latin typeface="Arial" panose="020B0604020202020204" pitchFamily="34" charset="0"/>
                <a:ea typeface="Calibri"/>
                <a:cs typeface="Arial" panose="020B0604020202020204" pitchFamily="34" charset="0"/>
              </a:rPr>
              <a:t xml:space="preserve">email, both designed to reinforce the value of guaranteed lifetime income and dividend potential. The campaign reaches approximately </a:t>
            </a:r>
            <a:r>
              <a:rPr lang="en-US" b="1">
                <a:latin typeface="Arial" panose="020B0604020202020204" pitchFamily="34" charset="0"/>
                <a:ea typeface="Calibri"/>
                <a:cs typeface="Arial" panose="020B0604020202020204" pitchFamily="34" charset="0"/>
              </a:rPr>
              <a:t>200,000 clients</a:t>
            </a:r>
            <a:r>
              <a:rPr lang="en-US" b="0">
                <a:latin typeface="Arial" panose="020B0604020202020204" pitchFamily="34" charset="0"/>
                <a:ea typeface="Calibri"/>
                <a:cs typeface="Arial" panose="020B0604020202020204" pitchFamily="34" charset="0"/>
              </a:rPr>
              <a:t xml:space="preserve">, </a:t>
            </a:r>
            <a:r>
              <a:rPr lang="en-US" b="1">
                <a:latin typeface="Arial" panose="020B0604020202020204" pitchFamily="34" charset="0"/>
                <a:ea typeface="Calibri"/>
                <a:cs typeface="Arial" panose="020B0604020202020204" pitchFamily="34" charset="0"/>
              </a:rPr>
              <a:t>ages 26 to 85</a:t>
            </a:r>
            <a:r>
              <a:rPr lang="en-US" b="0">
                <a:latin typeface="Arial" panose="020B0604020202020204" pitchFamily="34" charset="0"/>
                <a:ea typeface="Calibri"/>
                <a:cs typeface="Arial" panose="020B0604020202020204" pitchFamily="34" charset="0"/>
              </a:rPr>
              <a:t>, identified through model-based targeting.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Contact:</a:t>
            </a:r>
            <a:r>
              <a:rPr lang="en-US">
                <a:latin typeface="Arial" panose="020B0604020202020204" pitchFamily="34" charset="0"/>
                <a:ea typeface="Calibri"/>
                <a:cs typeface="Arial" panose="020B0604020202020204" pitchFamily="34" charset="0"/>
              </a:rPr>
              <a:t xml:space="preserve"> PLAN@newyorklife.com</a:t>
            </a:r>
          </a:p>
          <a:p>
            <a:endParaRPr lang="en-US" b="1">
              <a:latin typeface="Arial" panose="020B0604020202020204" pitchFamily="34" charset="0"/>
              <a:ea typeface="Calibri"/>
              <a:cs typeface="Arial" panose="020B0604020202020204" pitchFamily="34" charset="0"/>
            </a:endParaRPr>
          </a:p>
          <a:p>
            <a:r>
              <a:rPr lang="en-US" b="1">
                <a:latin typeface="Arial" panose="020B0604020202020204" pitchFamily="34" charset="0"/>
                <a:ea typeface="Calibri"/>
                <a:cs typeface="Arial" panose="020B0604020202020204" pitchFamily="34" charset="0"/>
              </a:rPr>
              <a:t xml:space="preserve">Link to the Lifetime Mutual Annuity Income Info Central page: </a:t>
            </a:r>
            <a:r>
              <a:rPr lang="en-US">
                <a:latin typeface="Arial" panose="020B0604020202020204" pitchFamily="34" charset="0"/>
                <a:ea typeface="Calibri"/>
                <a:cs typeface="Arial" panose="020B0604020202020204" pitchFamily="34" charset="0"/>
              </a:rPr>
              <a:t>https://www.today.newyorklife.com/agencyportal/s/article/Mutual-Income-Annuity-mailing-April-8</a:t>
            </a:r>
          </a:p>
          <a:p>
            <a:endParaRPr lang="en-US">
              <a:latin typeface="Arial" panose="020B0604020202020204" pitchFamily="34" charset="0"/>
              <a:ea typeface="Calibri"/>
              <a:cs typeface="Arial" panose="020B0604020202020204" pitchFamily="34" charset="0"/>
            </a:endParaRPr>
          </a:p>
        </p:txBody>
      </p:sp>
      <p:sp>
        <p:nvSpPr>
          <p:cNvPr id="4" name="Slide Number Placeholder 3">
            <a:extLst>
              <a:ext uri="{FF2B5EF4-FFF2-40B4-BE49-F238E27FC236}">
                <a16:creationId xmlns:a16="http://schemas.microsoft.com/office/drawing/2014/main" id="{F2E2A7EC-ED3F-CEEE-76D1-2233E393F55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23270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D222E-2526-C000-4C46-B6CD980DD6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A706C-8EDF-E705-90FB-8A7688C527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3BBCE1-0A55-FCB6-7A3E-ACE43D36DBD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Make the most of Disability Awareness Month (DIAM) 2026</a:t>
            </a:r>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 xml:space="preserve">Disability Insurance Awareness Month </a:t>
            </a:r>
            <a:r>
              <a:rPr lang="en-US" b="0">
                <a:latin typeface="Arial" panose="020B0604020202020204" pitchFamily="34" charset="0"/>
                <a:ea typeface="Calibri"/>
                <a:cs typeface="Arial" panose="020B0604020202020204" pitchFamily="34" charset="0"/>
              </a:rPr>
              <a:t>is a great opportunity to focus on meaningful client outreach and education around income protection. This activity calendar gives agents a simple weekly plan, with marketing support, webinars, and practical resources to help start conversations, follow up with clients and prospects, and uncover new opportunities throughout May.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Contact:</a:t>
            </a:r>
            <a:r>
              <a:rPr lang="en-US">
                <a:latin typeface="Arial" panose="020B0604020202020204" pitchFamily="34" charset="0"/>
                <a:ea typeface="Calibri"/>
                <a:cs typeface="Arial" panose="020B0604020202020204" pitchFamily="34" charset="0"/>
              </a:rPr>
              <a:t xml:space="preserve"> PLAN@newyorklife.com</a:t>
            </a:r>
            <a:endParaRPr lang="en-US" b="1">
              <a:ea typeface="Calibri"/>
              <a:cs typeface="Calibri"/>
            </a:endParaRPr>
          </a:p>
          <a:p>
            <a:endParaRPr lang="en-US" b="1">
              <a:ea typeface="Calibri"/>
              <a:cs typeface="Calibri"/>
            </a:endParaRPr>
          </a:p>
          <a:p>
            <a:r>
              <a:rPr lang="en-US" b="1">
                <a:ea typeface="Calibri"/>
                <a:cs typeface="Calibri"/>
              </a:rPr>
              <a:t xml:space="preserve">DIAM Activity Calendar link: </a:t>
            </a:r>
            <a:r>
              <a:rPr lang="en-US">
                <a:ea typeface="Calibri"/>
                <a:cs typeface="Calibri"/>
              </a:rPr>
              <a:t>https://www.today.newyorklife.com/agencyportal/s/article/DIAM-Weekly-Activity-Calendar-2026</a:t>
            </a:r>
          </a:p>
        </p:txBody>
      </p:sp>
      <p:sp>
        <p:nvSpPr>
          <p:cNvPr id="4" name="Slide Number Placeholder 3">
            <a:extLst>
              <a:ext uri="{FF2B5EF4-FFF2-40B4-BE49-F238E27FC236}">
                <a16:creationId xmlns:a16="http://schemas.microsoft.com/office/drawing/2014/main" id="{89C36D57-95E6-6877-C98E-2B3D9A1298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68269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Build your DI business with a focused webinar series designed to help you identify opportunities, position the right coverage, and close more cases. From leveraging Multi-Life and prospecting tools to handling underwriting outcomes and guiding clients to the appropriate level of protection, each session delivers practical strategies you can apply immediately.</a:t>
            </a:r>
          </a:p>
          <a:p>
            <a:endParaRPr lang="en-US">
              <a:ea typeface="Calibri" panose="020F0502020204030204"/>
              <a:cs typeface="Calibri" panose="020F0502020204030204"/>
            </a:endParaRPr>
          </a:p>
          <a:p>
            <a:r>
              <a:rPr lang="en-US" sz="1200" kern="1200">
                <a:solidFill>
                  <a:schemeClr val="tx1"/>
                </a:solidFill>
                <a:effectLst/>
                <a:latin typeface="+mn-lt"/>
                <a:ea typeface="+mn-ea"/>
                <a:cs typeface="+mn-cs"/>
              </a:rPr>
              <a:t> </a:t>
            </a:r>
          </a:p>
          <a:p>
            <a:r>
              <a:rPr lang="en-US" sz="1200" u="sng" kern="1200">
                <a:solidFill>
                  <a:schemeClr val="tx1"/>
                </a:solidFill>
                <a:effectLst/>
                <a:latin typeface="+mn-lt"/>
                <a:ea typeface="+mn-ea"/>
                <a:cs typeface="+mn-cs"/>
                <a:hlinkClick r:id="rId3"/>
              </a:rPr>
              <a:t>https://nylife.zoom.us/webinar/register/WN_GfEarc3fRY6b6ND7j_D_3w</a:t>
            </a:r>
            <a:endParaRPr lang="en-US" sz="1200" kern="1200">
              <a:solidFill>
                <a:schemeClr val="tx1"/>
              </a:solidFill>
              <a:effectLst/>
              <a:latin typeface="+mn-lt"/>
              <a:ea typeface="+mn-ea"/>
              <a:cs typeface="+mn-cs"/>
            </a:endParaRPr>
          </a:p>
          <a:p>
            <a:endParaRPr lang="en-US">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Geneva" pitchFamily="-109"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Geneva" pitchFamily="-109" charset="-128"/>
              <a:cs typeface="+mn-cs"/>
            </a:endParaRPr>
          </a:p>
        </p:txBody>
      </p:sp>
    </p:spTree>
    <p:extLst>
      <p:ext uri="{BB962C8B-B14F-4D97-AF65-F5344CB8AC3E}">
        <p14:creationId xmlns:p14="http://schemas.microsoft.com/office/powerpoint/2010/main" val="41922283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B3179-04A0-4861-CAC6-74A1386E15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D39DA5-359C-995B-F1CD-ACFDEE4B72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A6DE4C-D1CB-36DD-0C13-36943F98A6C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xml:space="preserve">The Golden Futures Scholarship is right around the corner.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Find your GO’s unique URL and QR code to customize your promotional materials on Info Central. Visit the Local Event Marketing page and click on the Golden Futures tab of the library at the bottom of the page.</a:t>
            </a:r>
          </a:p>
          <a:p>
            <a:endParaRPr lang="en-US"/>
          </a:p>
        </p:txBody>
      </p:sp>
      <p:sp>
        <p:nvSpPr>
          <p:cNvPr id="4" name="Slide Number Placeholder 3">
            <a:extLst>
              <a:ext uri="{FF2B5EF4-FFF2-40B4-BE49-F238E27FC236}">
                <a16:creationId xmlns:a16="http://schemas.microsoft.com/office/drawing/2014/main" id="{D59A839C-148E-8D7F-8ADA-5F01555AAA0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63518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7AE13-9B51-A25D-4781-073DAC06B0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01B7BF-6269-C98B-4491-5A00DCA294F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94CB7E6-CD45-2C40-A3B5-71CA784EDA52}"/>
              </a:ext>
            </a:extLst>
          </p:cNvPr>
          <p:cNvSpPr>
            <a:spLocks noGrp="1"/>
          </p:cNvSpPr>
          <p:nvPr>
            <p:ph type="body" idx="1"/>
          </p:nvPr>
        </p:nvSpPr>
        <p:spPr/>
        <p:txBody>
          <a:bodyPr/>
          <a:lstStyle/>
          <a:p>
            <a:r>
              <a:rPr lang="en-US" sz="1200" b="1" i="0" u="none" strike="noStrike" kern="1200" dirty="0">
                <a:solidFill>
                  <a:schemeClr val="tx1"/>
                </a:solidFill>
                <a:effectLst/>
                <a:latin typeface="+mn-lt"/>
                <a:ea typeface="+mn-ea"/>
                <a:cs typeface="+mn-cs"/>
              </a:rPr>
              <a:t xml:space="preserve">Latino Market </a:t>
            </a:r>
            <a:r>
              <a:rPr lang="en-US" sz="1200" b="1" i="0" u="none" strike="noStrike" kern="1200" dirty="0" err="1">
                <a:solidFill>
                  <a:schemeClr val="tx1"/>
                </a:solidFill>
                <a:effectLst/>
                <a:latin typeface="+mn-lt"/>
                <a:ea typeface="+mn-ea"/>
                <a:cs typeface="+mn-cs"/>
              </a:rPr>
              <a:t>Cafectios</a:t>
            </a:r>
            <a:r>
              <a:rPr lang="en-US" sz="1200" b="1" i="0" u="none" strike="noStrike" kern="1200" dirty="0">
                <a:solidFill>
                  <a:schemeClr val="tx1"/>
                </a:solidFill>
                <a:effectLst/>
                <a:latin typeface="+mn-lt"/>
                <a:ea typeface="+mn-ea"/>
                <a:cs typeface="+mn-cs"/>
              </a:rPr>
              <a:t xml:space="preserve"> </a:t>
            </a:r>
            <a:r>
              <a:rPr lang="en-US" sz="1200" b="1" i="0" u="none" strike="noStrike" kern="1200" dirty="0" err="1">
                <a:solidFill>
                  <a:schemeClr val="tx1"/>
                </a:solidFill>
                <a:effectLst/>
                <a:latin typeface="+mn-lt"/>
                <a:ea typeface="+mn-ea"/>
                <a:cs typeface="+mn-cs"/>
              </a:rPr>
              <a:t>en</a:t>
            </a:r>
            <a:r>
              <a:rPr lang="en-US" sz="1200" b="1" i="0" u="none" strike="noStrike" kern="1200" dirty="0">
                <a:solidFill>
                  <a:schemeClr val="tx1"/>
                </a:solidFill>
                <a:effectLst/>
                <a:latin typeface="+mn-lt"/>
                <a:ea typeface="+mn-ea"/>
                <a:cs typeface="+mn-cs"/>
              </a:rPr>
              <a:t xml:space="preserve"> </a:t>
            </a:r>
            <a:r>
              <a:rPr lang="en-US" sz="1200" b="1" i="0" kern="1200" dirty="0">
                <a:solidFill>
                  <a:schemeClr val="tx1"/>
                </a:solidFill>
                <a:effectLst/>
                <a:latin typeface="+mn-lt"/>
                <a:ea typeface="+mn-ea"/>
                <a:cs typeface="+mn-cs"/>
              </a:rPr>
              <a:t>Español</a:t>
            </a:r>
            <a:endParaRPr lang="en-US" sz="1200" b="1" i="0" u="none" strike="noStrike" kern="1200" dirty="0">
              <a:solidFill>
                <a:schemeClr val="tx1"/>
              </a:solidFill>
              <a:effectLst/>
              <a:latin typeface="+mn-lt"/>
              <a:ea typeface="+mn-ea"/>
              <a:cs typeface="+mn-cs"/>
            </a:endParaRP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Virtual meeting for Spanish speaking agents to learn sales ideas and get inspire to grow their business.</a:t>
            </a:r>
          </a:p>
          <a:p>
            <a:endParaRPr lang="en-US"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 xml:space="preserve">Contact: </a:t>
            </a:r>
            <a:r>
              <a:rPr lang="en-US" sz="1200" kern="1200" dirty="0">
                <a:solidFill>
                  <a:schemeClr val="tx1"/>
                </a:solidFill>
                <a:effectLst/>
                <a:latin typeface="+mn-lt"/>
                <a:ea typeface="Geneva" charset="0"/>
                <a:cs typeface="Geneva" charset="0"/>
              </a:rPr>
              <a:t>latino_market@newyorklife.com</a:t>
            </a:r>
            <a:br>
              <a:rPr lang="en-US" sz="1200" dirty="0">
                <a:cs typeface="+mn-lt"/>
              </a:rPr>
            </a:br>
            <a:r>
              <a:rPr lang="en-US" sz="1200" b="1" dirty="0"/>
              <a:t xml:space="preserve">Registration: </a:t>
            </a:r>
            <a:r>
              <a:rPr lang="en-US" sz="1200" b="0" dirty="0"/>
              <a:t>https://nylife.zoom.us/meeting/register/Ax3DK88oSGev9IQKAfLuSQ</a:t>
            </a:r>
            <a:endParaRPr lang="en-US" sz="1200" b="0" i="0" kern="1200" dirty="0">
              <a:solidFill>
                <a:schemeClr val="tx1"/>
              </a:solidFill>
              <a:effectLst/>
              <a:latin typeface="+mn-lt"/>
              <a:ea typeface="+mn-ea"/>
              <a:cs typeface="+mn-cs"/>
            </a:endParaRPr>
          </a:p>
          <a:p>
            <a:r>
              <a:rPr lang="en-US" sz="1200" dirty="0">
                <a:ea typeface="Calibri"/>
                <a:cs typeface="Calibri"/>
              </a:rPr>
              <a:t>Submitted by: John Macchia</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 xml:space="preserve">-- -- -- -- </a:t>
            </a:r>
          </a:p>
          <a:p>
            <a:r>
              <a:rPr lang="en-US" sz="1200" b="1" i="0" u="none" strike="noStrike" kern="1200" dirty="0">
                <a:solidFill>
                  <a:schemeClr val="tx1"/>
                </a:solidFill>
                <a:effectLst/>
                <a:latin typeface="+mn-lt"/>
                <a:ea typeface="+mn-ea"/>
                <a:cs typeface="+mn-cs"/>
              </a:rPr>
              <a:t xml:space="preserve">Latino Market </a:t>
            </a:r>
            <a:r>
              <a:rPr lang="en-US" sz="1200" b="1" i="0" u="none" strike="noStrike" kern="1200" dirty="0" err="1">
                <a:solidFill>
                  <a:schemeClr val="tx1"/>
                </a:solidFill>
                <a:effectLst/>
                <a:latin typeface="+mn-lt"/>
                <a:ea typeface="+mn-ea"/>
                <a:cs typeface="+mn-cs"/>
              </a:rPr>
              <a:t>Cafezinhos</a:t>
            </a:r>
            <a:r>
              <a:rPr lang="en-US" sz="1200" b="1" i="0" u="none" strike="noStrike" kern="1200" dirty="0">
                <a:solidFill>
                  <a:schemeClr val="tx1"/>
                </a:solidFill>
                <a:effectLst/>
                <a:latin typeface="+mn-lt"/>
                <a:ea typeface="+mn-ea"/>
                <a:cs typeface="+mn-cs"/>
              </a:rPr>
              <a:t xml:space="preserve"> </a:t>
            </a:r>
            <a:r>
              <a:rPr lang="en-US" sz="1200" b="1" i="0" u="none" strike="noStrike" kern="1200" dirty="0" err="1">
                <a:solidFill>
                  <a:schemeClr val="tx1"/>
                </a:solidFill>
                <a:effectLst/>
                <a:latin typeface="+mn-lt"/>
                <a:ea typeface="+mn-ea"/>
                <a:cs typeface="+mn-cs"/>
              </a:rPr>
              <a:t>em</a:t>
            </a:r>
            <a:r>
              <a:rPr lang="en-US" sz="1200" b="1" i="0" u="none" strike="noStrike" kern="1200" dirty="0">
                <a:solidFill>
                  <a:schemeClr val="tx1"/>
                </a:solidFill>
                <a:effectLst/>
                <a:latin typeface="+mn-lt"/>
                <a:ea typeface="+mn-ea"/>
                <a:cs typeface="+mn-cs"/>
              </a:rPr>
              <a:t xml:space="preserve"> Portuguese</a:t>
            </a:r>
          </a:p>
          <a:p>
            <a:endParaRPr lang="en-US" sz="1200" b="1"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Virtual meeting for Portuguese speaking agents to learn sales ideas and get inspire to grow their business.</a:t>
            </a:r>
          </a:p>
          <a:p>
            <a:endParaRPr lang="en-US"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 xml:space="preserve">Contact: </a:t>
            </a:r>
            <a:r>
              <a:rPr lang="en-US" sz="1200" kern="1200" dirty="0">
                <a:solidFill>
                  <a:schemeClr val="tx1"/>
                </a:solidFill>
                <a:effectLst/>
                <a:latin typeface="+mn-lt"/>
                <a:ea typeface="Geneva" charset="0"/>
                <a:cs typeface="Geneva" charset="0"/>
              </a:rPr>
              <a:t>latino_market@newyorklife.com</a:t>
            </a:r>
            <a:br>
              <a:rPr lang="en-US" sz="1200" dirty="0">
                <a:cs typeface="+mn-lt"/>
              </a:rPr>
            </a:br>
            <a:r>
              <a:rPr lang="en-US" sz="1200" b="1" dirty="0"/>
              <a:t xml:space="preserve">Registration: </a:t>
            </a:r>
            <a:r>
              <a:rPr lang="en-US" sz="1200" b="0" dirty="0"/>
              <a:t>https://nylife.zoom.us/j/91793668057?pwd=1ccELJ3N4ggYUNas9CWvWvN4Ikb3Cw.1</a:t>
            </a:r>
            <a:endParaRPr lang="en-US" sz="1200" b="0" i="0" kern="1200" dirty="0">
              <a:solidFill>
                <a:schemeClr val="tx1"/>
              </a:solidFill>
              <a:effectLst/>
              <a:latin typeface="+mn-lt"/>
              <a:ea typeface="+mn-ea"/>
              <a:cs typeface="+mn-cs"/>
            </a:endParaRPr>
          </a:p>
          <a:p>
            <a:endParaRPr lang="en-US" sz="1200" b="0" i="0" u="none" strike="noStrike"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0C44B3E-A490-97D1-A28A-7BB050303D6E}"/>
              </a:ext>
            </a:extLst>
          </p:cNvPr>
          <p:cNvSpPr>
            <a:spLocks noGrp="1"/>
          </p:cNvSpPr>
          <p:nvPr>
            <p:ph type="sldNum" sz="quarter" idx="5"/>
          </p:nvPr>
        </p:nvSpPr>
        <p:spPr/>
        <p:txBody>
          <a:bodyPr/>
          <a:lstStyle/>
          <a:p>
            <a:fld id="{B8F2EEE2-46E2-47E5-8287-018A51779D44}" type="slidenum">
              <a:rPr lang="en-US"/>
              <a:t>11</a:t>
            </a:fld>
            <a:endParaRPr lang="en-US"/>
          </a:p>
        </p:txBody>
      </p:sp>
    </p:spTree>
    <p:extLst>
      <p:ext uri="{BB962C8B-B14F-4D97-AF65-F5344CB8AC3E}">
        <p14:creationId xmlns:p14="http://schemas.microsoft.com/office/powerpoint/2010/main" val="32222883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0E376-938F-4650-43F6-17831096EA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2375CC-1329-34D3-C419-FEB29D31F7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DA639F-9B9C-15E5-C51F-A7FC9150C43F}"/>
              </a:ext>
            </a:extLst>
          </p:cNvPr>
          <p:cNvSpPr>
            <a:spLocks noGrp="1"/>
          </p:cNvSpPr>
          <p:nvPr>
            <p:ph type="body" idx="1"/>
          </p:nvPr>
        </p:nvSpPr>
        <p:spPr/>
        <p:txBody>
          <a:bodyPr/>
          <a:lstStyle/>
          <a:p>
            <a:r>
              <a:rPr lang="en-US" sz="1200" b="0" i="0">
                <a:solidFill>
                  <a:srgbClr val="2F2F2F"/>
                </a:solidFill>
                <a:effectLst/>
                <a:latin typeface="Effra Pro" panose="020B0603020203020204" pitchFamily="34" charset="0"/>
              </a:rPr>
              <a:t>Slide gives an overview for TAC designation exam retakes and course re-enrollments. Program options are shown on the left.</a:t>
            </a:r>
          </a:p>
          <a:p>
            <a:endParaRPr lang="en-US" sz="1200" b="0" i="0">
              <a:solidFill>
                <a:srgbClr val="2F2F2F"/>
              </a:solidFill>
              <a:effectLst/>
              <a:latin typeface="Effra Pro" panose="020B0603020203020204" pitchFamily="34" charset="0"/>
            </a:endParaRPr>
          </a:p>
          <a:p>
            <a:r>
              <a:rPr lang="en-US" sz="1200" b="1" i="0" u="sng">
                <a:solidFill>
                  <a:srgbClr val="2F2F2F"/>
                </a:solidFill>
                <a:effectLst/>
                <a:latin typeface="Effra Pro" panose="020B0603020203020204" pitchFamily="34" charset="0"/>
              </a:rPr>
              <a:t>Questions please email</a:t>
            </a:r>
            <a:r>
              <a:rPr lang="en-US" sz="1200" b="0" i="0">
                <a:solidFill>
                  <a:srgbClr val="2F2F2F"/>
                </a:solidFill>
                <a:effectLst/>
                <a:latin typeface="Effra Pro" panose="020B0603020203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a:solidFill>
                  <a:srgbClr val="2F2F2F"/>
                </a:solidFill>
                <a:effectLst/>
                <a:latin typeface="Effra Pro" panose="020B0603020203020204" pitchFamily="34" charset="0"/>
              </a:rPr>
              <a:t xml:space="preserve">PracticeModels_Support@newyorklife.com </a:t>
            </a:r>
            <a:endParaRPr lang="en-US" b="0">
              <a:latin typeface="Arial" panose="020B0604020202020204" pitchFamily="34" charset="0"/>
              <a:ea typeface="Calibri"/>
              <a:cs typeface="Arial" panose="020B0604020202020204" pitchFamily="34" charset="0"/>
            </a:endParaRPr>
          </a:p>
          <a:p>
            <a:r>
              <a:rPr lang="en-US" sz="1200" b="0" i="0">
                <a:solidFill>
                  <a:srgbClr val="2F2F2F"/>
                </a:solidFill>
                <a:effectLst/>
                <a:latin typeface="Effra Pro" panose="020B0603020203020204" pitchFamily="34" charset="0"/>
              </a:rPr>
              <a:t>sean_gilrein@newyorklife.com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a:solidFill>
                  <a:srgbClr val="2F2F2F"/>
                </a:solidFill>
                <a:effectLst/>
                <a:latin typeface="Effra Pro" panose="020B0603020203020204" pitchFamily="34" charset="0"/>
              </a:rPr>
              <a:t>melanie_l_hase@newyorklife.com</a:t>
            </a:r>
          </a:p>
          <a:p>
            <a:endParaRPr lang="en-US" sz="1200" b="1" i="0">
              <a:solidFill>
                <a:srgbClr val="2F2F2F"/>
              </a:solidFill>
              <a:effectLst/>
              <a:latin typeface="Effra Pro" panose="020B0603020203020204" pitchFamily="34" charset="0"/>
            </a:endParaRPr>
          </a:p>
          <a:p>
            <a:r>
              <a:rPr lang="en-US" sz="1200" b="1" i="0" u="sng">
                <a:solidFill>
                  <a:srgbClr val="2F2F2F"/>
                </a:solidFill>
                <a:effectLst/>
                <a:latin typeface="Effra Pro" panose="020B0603020203020204" pitchFamily="34" charset="0"/>
              </a:rPr>
              <a:t>QR code links</a:t>
            </a:r>
            <a:r>
              <a:rPr lang="en-US" sz="1200" b="0" i="0">
                <a:solidFill>
                  <a:srgbClr val="2F2F2F"/>
                </a:solidFill>
                <a:effectLst/>
                <a:latin typeface="Effra Pro" panose="020B0603020203020204" pitchFamily="34" charset="0"/>
              </a:rPr>
              <a:t>:</a:t>
            </a:r>
          </a:p>
          <a:p>
            <a:endParaRPr lang="en-US" sz="1200" b="1" i="0">
              <a:solidFill>
                <a:srgbClr val="2F2F2F"/>
              </a:solidFill>
              <a:effectLst/>
              <a:latin typeface="Effra Pro" panose="020B0603020203020204" pitchFamily="34" charset="0"/>
            </a:endParaRPr>
          </a:p>
          <a:p>
            <a:r>
              <a:rPr lang="en-US" sz="1200" b="1" i="0">
                <a:solidFill>
                  <a:srgbClr val="2F2F2F"/>
                </a:solidFill>
                <a:effectLst/>
                <a:latin typeface="Effra Pro" panose="020B0603020203020204" pitchFamily="34" charset="0"/>
              </a:rPr>
              <a:t>The American College (TAC) Academic Advising:</a:t>
            </a:r>
          </a:p>
          <a:p>
            <a:r>
              <a:rPr lang="en-US" sz="1200" b="0" i="0">
                <a:solidFill>
                  <a:srgbClr val="2F2F2F"/>
                </a:solidFill>
                <a:effectLst/>
                <a:latin typeface="Effra Pro" panose="020B0603020203020204" pitchFamily="34" charset="0"/>
              </a:rPr>
              <a:t>https://theamericancollege.libguides.com/c.php?g=1388884</a:t>
            </a:r>
          </a:p>
          <a:p>
            <a:endParaRPr lang="en-US" sz="1200" b="1" i="0">
              <a:solidFill>
                <a:srgbClr val="2F2F2F"/>
              </a:solidFill>
              <a:effectLst/>
              <a:latin typeface="Effra Pro" panose="020B06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b="1" u="none">
                <a:solidFill>
                  <a:srgbClr val="0468FF"/>
                </a:solidFill>
                <a:latin typeface="Effra Pro" panose="020B0603020203020204" pitchFamily="34" charset="0"/>
              </a:rPr>
              <a:t>Cohort Schedule: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https://www.today.newyorklife.com/agencyportal/s/article/Practice-Models-Cohorts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b="1" u="none">
              <a:solidFill>
                <a:srgbClr val="0468FF"/>
              </a:solidFill>
              <a:latin typeface="Effra Pro" panose="020B06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0468FF"/>
              </a:solidFill>
              <a:effectLst/>
              <a:uLnTx/>
              <a:uFillTx/>
              <a:latin typeface="Effra Pro" panose="020B0603020203020204" pitchFamily="34" charset="0"/>
            </a:endParaRPr>
          </a:p>
          <a:p>
            <a:endParaRPr lang="en-US" sz="1200" b="1" i="0">
              <a:solidFill>
                <a:srgbClr val="2F2F2F"/>
              </a:solidFill>
              <a:effectLst/>
              <a:latin typeface="Effra Pro" panose="020B0603020203020204" pitchFamily="34" charset="0"/>
            </a:endParaRPr>
          </a:p>
          <a:p>
            <a:endParaRPr lang="en-US" sz="1200" b="1" i="0">
              <a:solidFill>
                <a:srgbClr val="2F2F2F"/>
              </a:solidFill>
              <a:effectLst/>
              <a:latin typeface="Effra Pro" panose="020B0603020203020204" pitchFamily="34" charset="0"/>
            </a:endParaRPr>
          </a:p>
          <a:p>
            <a:endParaRPr lang="en-US" sz="1200" b="1" i="0">
              <a:solidFill>
                <a:srgbClr val="2F2F2F"/>
              </a:solidFill>
              <a:effectLst/>
              <a:latin typeface="Effra Pro" panose="020B0603020203020204" pitchFamily="34" charset="0"/>
            </a:endParaRPr>
          </a:p>
          <a:p>
            <a:endParaRPr lang="en-US" sz="1200" b="1" i="0">
              <a:solidFill>
                <a:srgbClr val="2F2F2F"/>
              </a:solidFill>
              <a:effectLst/>
              <a:latin typeface="Effra Pro" panose="020B0603020203020204" pitchFamily="34" charset="0"/>
            </a:endParaRPr>
          </a:p>
        </p:txBody>
      </p:sp>
      <p:sp>
        <p:nvSpPr>
          <p:cNvPr id="4" name="Slide Number Placeholder 3">
            <a:extLst>
              <a:ext uri="{FF2B5EF4-FFF2-40B4-BE49-F238E27FC236}">
                <a16:creationId xmlns:a16="http://schemas.microsoft.com/office/drawing/2014/main" id="{4FA01A14-0EFF-07AC-EE91-D8AD40E21A1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75768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1C798-0E53-C628-0E78-8CDE244C0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E10D6A-48D4-11B2-AD7D-70EC8823B3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1B919-60C6-9C77-36EF-BA342ADB6B9A}"/>
              </a:ext>
            </a:extLst>
          </p:cNvPr>
          <p:cNvSpPr>
            <a:spLocks noGrp="1"/>
          </p:cNvSpPr>
          <p:nvPr>
            <p:ph type="body" idx="1"/>
          </p:nvPr>
        </p:nvSpPr>
        <p:spPr/>
        <p:txBody>
          <a:bodyPr/>
          <a:lstStyle/>
          <a:p>
            <a:pPr defTabSz="942289">
              <a:defRPr/>
            </a:pPr>
            <a:r>
              <a:rPr lang="en-US" b="1"/>
              <a:t xml:space="preserve">New Org Section: </a:t>
            </a:r>
            <a:r>
              <a:rPr lang="en-US"/>
              <a:t xml:space="preserve">For SPs and Partners presenting to </a:t>
            </a:r>
            <a:r>
              <a:rPr lang="en-US" b="1"/>
              <a:t>New Org agents</a:t>
            </a:r>
            <a:r>
              <a:rPr lang="en-US"/>
              <a:t>. These slides are visible to EPs and MPs.</a:t>
            </a:r>
            <a:endParaRPr lang="en-US" b="1"/>
          </a:p>
          <a:p>
            <a:endParaRPr lang="en-US"/>
          </a:p>
        </p:txBody>
      </p:sp>
      <p:sp>
        <p:nvSpPr>
          <p:cNvPr id="4" name="Slide Number Placeholder 3">
            <a:extLst>
              <a:ext uri="{FF2B5EF4-FFF2-40B4-BE49-F238E27FC236}">
                <a16:creationId xmlns:a16="http://schemas.microsoft.com/office/drawing/2014/main" id="{DDCA5066-8F79-27CF-EEDB-8C3F26185132}"/>
              </a:ext>
            </a:extLst>
          </p:cNvPr>
          <p:cNvSpPr>
            <a:spLocks noGrp="1"/>
          </p:cNvSpPr>
          <p:nvPr>
            <p:ph type="sldNum" sz="quarter" idx="5"/>
          </p:nvPr>
        </p:nvSpPr>
        <p:spPr/>
        <p:txBody>
          <a:bodyPr/>
          <a:lstStyle/>
          <a:p>
            <a:fld id="{B8F2EEE2-46E2-47E5-8287-018A51779D44}" type="slidenum">
              <a:rPr lang="en-US" smtClean="0"/>
              <a:t>13</a:t>
            </a:fld>
            <a:endParaRPr lang="en-US"/>
          </a:p>
        </p:txBody>
      </p:sp>
    </p:spTree>
    <p:extLst>
      <p:ext uri="{BB962C8B-B14F-4D97-AF65-F5344CB8AC3E}">
        <p14:creationId xmlns:p14="http://schemas.microsoft.com/office/powerpoint/2010/main" val="5598276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97AE3-63A9-E2A8-71C9-9DFA9E215E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9AFFC0-9091-21C2-E4D3-F0A973F162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1CE43A-74BD-AADA-3C5D-2EE300DDB50F}"/>
              </a:ext>
            </a:extLst>
          </p:cNvPr>
          <p:cNvSpPr>
            <a:spLocks noGrp="1"/>
          </p:cNvSpPr>
          <p:nvPr>
            <p:ph type="body" idx="1"/>
          </p:nvPr>
        </p:nvSpPr>
        <p:spPr/>
        <p:txBody>
          <a:bodyPr/>
          <a:lstStyle/>
          <a:p>
            <a:r>
              <a:rPr lang="en-US" dirty="0">
                <a:ea typeface="Calibri"/>
                <a:cs typeface="Calibri"/>
              </a:rPr>
              <a:t>May 2026 VA and VUL  platform changes  </a:t>
            </a:r>
          </a:p>
          <a:p>
            <a:r>
              <a:rPr lang="en-US" dirty="0">
                <a:ea typeface="Calibri"/>
                <a:cs typeface="Calibri"/>
              </a:rPr>
              <a:t>Link for image above: </a:t>
            </a:r>
            <a:r>
              <a:rPr lang="en-US" dirty="0"/>
              <a:t>https://www.today.newyorklife.com/agencyportal/s/article/May-2026-Variable-Annuity-and-Variable-Universal-Life-platform-changes</a:t>
            </a:r>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0FBC66DF-B9E1-A4F8-59AE-FE64D2EF2905}"/>
              </a:ext>
            </a:extLst>
          </p:cNvPr>
          <p:cNvSpPr>
            <a:spLocks noGrp="1"/>
          </p:cNvSpPr>
          <p:nvPr>
            <p:ph type="sldNum" sz="quarter" idx="5"/>
          </p:nvPr>
        </p:nvSpPr>
        <p:spPr/>
        <p:txBody>
          <a:bodyPr/>
          <a:lstStyle/>
          <a:p>
            <a:fld id="{B8F2EEE2-46E2-47E5-8287-018A51779D44}" type="slidenum">
              <a:rPr lang="en-US"/>
              <a:t>14</a:t>
            </a:fld>
            <a:endParaRPr lang="en-US"/>
          </a:p>
        </p:txBody>
      </p:sp>
    </p:spTree>
    <p:extLst>
      <p:ext uri="{BB962C8B-B14F-4D97-AF65-F5344CB8AC3E}">
        <p14:creationId xmlns:p14="http://schemas.microsoft.com/office/powerpoint/2010/main" val="7901958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Week Overview — Week ending May 1, 2026, week ahead May 4-8, 2026. Welcome to the market section of this week's New Org meeting. The slides that follow summarize what happened in U.S. markets last week and what to watch in the week ahead. Use this section to help agents speak confidently with clients about the financial environment. NYLIM's Macro Pulse notes that markets are increasingly looking through the Iran conflict and that dispersion across sectors and asset classes is the defining feature of the midyear environment.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in Review: U.S. Markets Overview. April was a historic month. The S&amp;P 500 gained 10% in April — its best monthly performance since November 2020 — closing the week at 7,230. The Nasdaq crossed 25,000 for the first time ever, powered by Apple's earnings beat. The Russell 2000 near 52-week highs signals broad market participation, not just mega-cap tech. VIX at 16.99 indicates investor calm and confidence. Oil fell slightly Friday to $103.27 on signals that U.S.-Iran peace negotiations are progressing — positive for inflation expectations going forward.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Market Drivers Last Week. Five major developments defined the week. First, Q1 2026 earnings are a blowout — 27.1% blended earnings growth, highest since Q4 2021, with 84% of S&amp;P 500 companies beating EPS estimates. Second, mega-cap tech reported massive positive surprises: Alphabet at $5.11 per share versus $2.68 expected, Meta at $10.44 versus $6.67. AI monetization is accelerating. Third, Q1 GDP came in at 2.0%, missing 2.3% consensus but sharply rebounding from Q4 2025's 0.5%. Fourth — the key risk — Q1 PCE inflation came in at 4.5%, well above the prior 2.9% and the Fed's 2% target. Fifth, the FOMC held rates at 3.50-3.75% at its April 28-29 meeting. This was Powell's final press conference as Fed Chair.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Sector Rotation and Earnings Season Highlights. Communication Services and Information Technology are the clear winners, driven by AI earnings acceleration. Seven of eleven S&amp;P 500 sectors are reporting double-digit earnings growth. Energy has held up on elevated oil prices. Financials was the Q1 laggard. For agents, the key message is this: the AI revolution is generating real, measurable profits for American companies. And New York Life's product suite — particularly guaranteed income and fixed annuities — continues to benefit from the higher-for-longer rate environment driven by persistent inflation.</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Economic Calendar: Week Ahead May 4-8. This week builds toward Friday's April Jobs Report. Tuesday brings ISM Non-Manufacturing PMI at 10am — this tells us whether the services sector is expanding. JOLTS Job Openings are also Tuesday — a leading indicator that signals future unemployment trends. Wednesday brings the ADP private sector jobs report — use this as a preview for Friday. Thursday has Disney earnings and weekly jobless claims. Friday at 8:30am is the April Jobs Report — nonfarm payrolls and unemployment rate. Given that Q1 PCE inflation came in at 4.5%, the Fed needs labor market moderation to justify rate cuts. A strong jobs number could push cut expectations further out.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Earnings Calendar: Week Ahead. Palantir reports Monday — the most closely watched AI data analytics company. Their government contract momentum and commercial AI platform growth will shape the AI infrastructure narrative. AMD reports Tuesday after close — EPS est $1.29, up 34% YoY, on revenue of $9.89B up 33%. This is the AI chip competition story. Uber reports Wednesday — consumer spending health and autonomous vehicle transition. Walt Disney reports Thursday — a Dow Jones component and consumer discretionary bellwether. Watch streaming profitability and parks attendance. Prudential Financial reports Tuesday — relevant as a competitive landscape read on life insurance and annuity demand.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 Rates and Macro Watch: NYLIM Perspective. Q1 GDP at 2.0% and earnings growth at 27% confirm no recession. But PCE inflation at 4.5% is a significant problem. The Fed held rates at 3.50-3.75% at the April 28-29 meeting — Powell's last as Chair. The next action is unlikely before June 16-17. Markets price in one to two cuts in H2 2026, conditional on inflation improvement. NYLIM's Global Market Strategy notes that markets are increasingly looking through the Iran conflict, and that dispersion across regions, sectors, and asset classes is the defining feature of the midyear investment environment. NYLIM continues to favor income generation over price appreciation — a view that directly supports New York Life's guaranteed product positioning. Fixed income, annuities, and income-generating strategies are well-positioned.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Talking Points: What This Means for You. Five talking points for client conversations this week. First, April was one of the best months for stocks in years — S&amp;P 500 up 10%, Nasdaq crossed 25,000 for the first time ever. This is a strong signal. Second, this rally is driven by real earnings: 84% of companies beat expectations, earnings grew 27% year-over-year. Third, inflation is the watch item — Q1 inflation came in higher than expected, which could keep rates elevated longer. This is not a crisis, but we are monitoring it. Fourth, the Fed held rates steady — fixed income and guaranteed products continue to offer attractive returns; New York Life's products benefit directly. Fifth: your diversified New York Life strategy is positioned for exactly this environment. You have growth exposure and protection through guaranteed income. No dramatic changes needed — the strategy is working.</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Performers Slide. PRESENTER: Duplicate this slide as needed before the meeting and fill in this week's top performers. Include agent name and their achievement or recognition. Do not leave the placeholder text visible during the presentation. This slide is a reusable template intended to be personalized each week.</a:t>
            </a: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7.xml.rels><?xml version="1.0" encoding="UTF-8"?><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0.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1.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2.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3.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4.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7.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8.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9.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0.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1.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2.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3.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4.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5.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6.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7.xml.rels><?xml version="1.0" encoding="UTF-8"?><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8.xml.rels><?xml version="1.0" encoding="UTF-8"?><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9.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40.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41.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42.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43.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44.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eg"/><Relationship Id="rId1" Type="http://schemas.openxmlformats.org/officeDocument/2006/relationships/slideMaster" Target="../slideMasters/slideMaster3.xml"/></Relationships>
</file>

<file path=ppt/slideLayouts/_rels/slideLayout45.xml.rels><?xml version="1.0" encoding="UTF-8"?><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6.xml.rels><?xml version="1.0" encoding="UTF-8"?><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47.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8.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9.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0.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1.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2.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3.xml.rels><?xml version="1.0" encoding="UTF-8"?><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54.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5.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6.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7.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8.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9.xml.rels><?xml version="1.0" encoding="UTF-8"?><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60.xml.rels><?xml version="1.0" encoding="UTF-8"?><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61.xml.rels><?xml version="1.0" encoding="UTF-8"?><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2.xml.rels><?xml version="1.0" encoding="UTF-8"?><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3.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5.xml.rels><?xml version="1.0" encoding="UTF-8"?><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6.xml.rels><?xml version="1.0" encoding="UTF-8"?><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7.xml.rels><?xml version="1.0" encoding="UTF-8"?><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8.xml.rels><?xml version="1.0" encoding="UTF-8"?><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9.xml.rels><?xml version="1.0" encoding="UTF-8"?><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70.xml.rels><?xml version="1.0" encoding="UTF-8"?><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71.xml.rels><?xml version="1.0" encoding="UTF-8"?><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72.xml.rels><?xml version="1.0" encoding="UTF-8"?><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73.xml.rels><?xml version="1.0" encoding="UTF-8"?><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74.xml.rels><?xml version="1.0" encoding="UTF-8"?><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75.xml.rels><?xml version="1.0" encoding="UTF-8"?><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6.xml.rels><?xml version="1.0" encoding="UTF-8"?><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77.xml.rels><?xml version="1.0" encoding="UTF-8"?><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4.xml"/></Relationships>
</file>

<file path=ppt/slideLayouts/_rels/slideLayout78.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85.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96.xml.rels><?xml version="1.0" encoding="UTF-8"?><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Master" Target="../slideMasters/slideMaster5.xml"/><Relationship Id="rId4" Type="http://schemas.openxmlformats.org/officeDocument/2006/relationships/image" Target="../media/image29.png"/></Relationships>
</file>

<file path=ppt/slideLayouts/_rels/slideLayout97.xml.rels><?xml version="1.0" encoding="UTF-8"?><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98.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104.xml.rels><?xml version="1.0" encoding="UTF-8"?><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105.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12192000" cy="6136394"/>
          </a:xfrm>
          <a:prstGeom prst="rect">
            <a:avLst/>
          </a:prstGeom>
          <a:solidFill>
            <a:srgbClr val="CCD3E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4" rIns="91429" bIns="45714" anchor="ctr"/>
          <a:lstStyle/>
          <a:p>
            <a:pPr algn="ctr"/>
            <a:endParaRPr lang="en-US" sz="1600">
              <a:solidFill>
                <a:srgbClr val="FFFFFF"/>
              </a:solidFill>
              <a:ea typeface="Geneva" pitchFamily="-109" charset="-128"/>
            </a:endParaRPr>
          </a:p>
        </p:txBody>
      </p:sp>
      <p:sp>
        <p:nvSpPr>
          <p:cNvPr id="14" name="Rectangle 13"/>
          <p:cNvSpPr/>
          <p:nvPr/>
        </p:nvSpPr>
        <p:spPr>
          <a:xfrm>
            <a:off x="0" y="5"/>
            <a:ext cx="9728200" cy="4519613"/>
          </a:xfrm>
          <a:prstGeom prst="rect">
            <a:avLst/>
          </a:prstGeom>
          <a:solidFill>
            <a:srgbClr val="E6E9F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4" rIns="91429" bIns="45714" anchor="ctr"/>
          <a:lstStyle/>
          <a:p>
            <a:pPr algn="ctr"/>
            <a:endParaRPr lang="en-US" sz="1600">
              <a:solidFill>
                <a:srgbClr val="FFFFFF"/>
              </a:solidFill>
              <a:ea typeface="Geneva" pitchFamily="-109" charset="-128"/>
            </a:endParaRPr>
          </a:p>
        </p:txBody>
      </p:sp>
      <p:sp>
        <p:nvSpPr>
          <p:cNvPr id="12" name="Title 1"/>
          <p:cNvSpPr>
            <a:spLocks noGrp="1"/>
          </p:cNvSpPr>
          <p:nvPr>
            <p:ph type="ctrTitle"/>
          </p:nvPr>
        </p:nvSpPr>
        <p:spPr>
          <a:xfrm>
            <a:off x="421091" y="303183"/>
            <a:ext cx="9300636" cy="2042160"/>
          </a:xfrm>
        </p:spPr>
        <p:txBody>
          <a:bodyPr>
            <a:noAutofit/>
          </a:bodyPr>
          <a:lstStyle>
            <a:lvl1pPr>
              <a:lnSpc>
                <a:spcPct val="100000"/>
              </a:lnSpc>
              <a:defRPr sz="3600" b="0" baseline="0">
                <a:solidFill>
                  <a:schemeClr val="bg2"/>
                </a:solidFill>
              </a:defRPr>
            </a:lvl1pPr>
          </a:lstStyle>
          <a:p>
            <a:r>
              <a:rPr lang="en-US"/>
              <a:t>Click to edit Master title style</a:t>
            </a:r>
          </a:p>
        </p:txBody>
      </p:sp>
      <p:sp>
        <p:nvSpPr>
          <p:cNvPr id="13" name="Subtitle 2"/>
          <p:cNvSpPr>
            <a:spLocks noGrp="1"/>
          </p:cNvSpPr>
          <p:nvPr>
            <p:ph type="subTitle" idx="1"/>
          </p:nvPr>
        </p:nvSpPr>
        <p:spPr>
          <a:xfrm>
            <a:off x="406402" y="2664191"/>
            <a:ext cx="9300636" cy="1855422"/>
          </a:xfrm>
          <a:prstGeom prst="rect">
            <a:avLst/>
          </a:prstGeom>
        </p:spPr>
        <p:txBody>
          <a:bodyPr rtlCol="0">
            <a:noAutofit/>
          </a:bodyPr>
          <a:lstStyle>
            <a:lvl1pPr marL="0" indent="0" algn="l" defTabSz="914305" rtl="0" eaLnBrk="1" latinLnBrk="0" hangingPunct="1">
              <a:lnSpc>
                <a:spcPct val="100000"/>
              </a:lnSpc>
              <a:spcBef>
                <a:spcPts val="0"/>
              </a:spcBef>
              <a:buFont typeface="Arial" pitchFamily="34" charset="0"/>
              <a:buNone/>
              <a:defRPr lang="en-US" sz="2200" b="0" kern="1200" baseline="0" dirty="0">
                <a:solidFill>
                  <a:schemeClr val="bg2"/>
                </a:solidFill>
                <a:latin typeface="+mn-lt"/>
                <a:ea typeface="+mn-ea"/>
                <a:cs typeface="+mn-cs"/>
              </a:defRPr>
            </a:lvl1pPr>
            <a:lvl2pPr marL="457151" indent="0" algn="ctr">
              <a:buNone/>
              <a:defRPr>
                <a:solidFill>
                  <a:schemeClr val="tx1">
                    <a:tint val="75000"/>
                  </a:schemeClr>
                </a:solidFill>
              </a:defRPr>
            </a:lvl2pPr>
            <a:lvl3pPr marL="914305" indent="0" algn="ctr">
              <a:buNone/>
              <a:defRPr>
                <a:solidFill>
                  <a:schemeClr val="tx1">
                    <a:tint val="75000"/>
                  </a:schemeClr>
                </a:solidFill>
              </a:defRPr>
            </a:lvl3pPr>
            <a:lvl4pPr marL="1371457" indent="0" algn="ctr">
              <a:buNone/>
              <a:defRPr>
                <a:solidFill>
                  <a:schemeClr val="tx1">
                    <a:tint val="75000"/>
                  </a:schemeClr>
                </a:solidFill>
              </a:defRPr>
            </a:lvl4pPr>
            <a:lvl5pPr marL="1828609" indent="0" algn="ctr">
              <a:buNone/>
              <a:defRPr>
                <a:solidFill>
                  <a:schemeClr val="tx1">
                    <a:tint val="75000"/>
                  </a:schemeClr>
                </a:solidFill>
              </a:defRPr>
            </a:lvl5pPr>
            <a:lvl6pPr marL="2285762" indent="0" algn="ctr">
              <a:buNone/>
              <a:defRPr>
                <a:solidFill>
                  <a:schemeClr val="tx1">
                    <a:tint val="75000"/>
                  </a:schemeClr>
                </a:solidFill>
              </a:defRPr>
            </a:lvl6pPr>
            <a:lvl7pPr marL="2742913" indent="0" algn="ctr">
              <a:buNone/>
              <a:defRPr>
                <a:solidFill>
                  <a:schemeClr val="tx1">
                    <a:tint val="75000"/>
                  </a:schemeClr>
                </a:solidFill>
              </a:defRPr>
            </a:lvl7pPr>
            <a:lvl8pPr marL="3200066" indent="0" algn="ctr">
              <a:buNone/>
              <a:defRPr>
                <a:solidFill>
                  <a:schemeClr val="tx1">
                    <a:tint val="75000"/>
                  </a:schemeClr>
                </a:solidFill>
              </a:defRPr>
            </a:lvl8pPr>
            <a:lvl9pPr marL="3657218" indent="0" algn="ctr">
              <a:buNone/>
              <a:defRPr>
                <a:solidFill>
                  <a:schemeClr val="tx1">
                    <a:tint val="75000"/>
                  </a:schemeClr>
                </a:solidFill>
              </a:defRPr>
            </a:lvl9pPr>
          </a:lstStyle>
          <a:p>
            <a:pPr>
              <a:spcBef>
                <a:spcPct val="0"/>
              </a:spcBef>
            </a:pPr>
            <a:r>
              <a:rPr lang="en-US"/>
              <a:t>Click to edit Master subtitle style</a:t>
            </a:r>
          </a:p>
        </p:txBody>
      </p:sp>
      <p:sp>
        <p:nvSpPr>
          <p:cNvPr id="11"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3822823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3_Title &amp; Content White Bkg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147" y="173060"/>
            <a:ext cx="11404455" cy="407438"/>
          </a:xfrm>
        </p:spPr>
        <p:txBody>
          <a:bodyPr/>
          <a:lstStyle>
            <a:lvl1pPr>
              <a:defRPr sz="2300"/>
            </a:lvl1pPr>
          </a:lstStyle>
          <a:p>
            <a:r>
              <a:rPr lang="en-US"/>
              <a:t xml:space="preserve">Click to edit Master title style </a:t>
            </a:r>
          </a:p>
        </p:txBody>
      </p:sp>
      <p:sp>
        <p:nvSpPr>
          <p:cNvPr id="3" name="Content Placeholder 2"/>
          <p:cNvSpPr>
            <a:spLocks noGrp="1"/>
          </p:cNvSpPr>
          <p:nvPr>
            <p:ph idx="1"/>
          </p:nvPr>
        </p:nvSpPr>
        <p:spPr>
          <a:xfrm>
            <a:off x="393349" y="1145312"/>
            <a:ext cx="11392251" cy="4991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2428786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mp; Content No Bullets White Bkg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93350" y="1136076"/>
            <a:ext cx="11392252" cy="5013511"/>
          </a:xfrm>
        </p:spPr>
        <p:txBody>
          <a:bodyPr/>
          <a:lstStyle>
            <a:lvl1pPr marL="0" indent="0">
              <a:buNone/>
              <a:defRPr/>
            </a:lvl1pPr>
            <a:lvl2pPr marL="457206" indent="0">
              <a:buNone/>
              <a:defRPr/>
            </a:lvl2pPr>
            <a:lvl3pPr marL="914411" indent="0">
              <a:buNone/>
              <a:defRPr/>
            </a:lvl3pPr>
            <a:lvl4pPr marL="1371617" indent="0">
              <a:buNone/>
              <a:defRPr/>
            </a:lvl4pPr>
            <a:lvl5pPr marL="1828823"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p:cNvSpPr>
            <a:spLocks noGrp="1"/>
          </p:cNvSpPr>
          <p:nvPr>
            <p:ph type="title"/>
          </p:nvPr>
        </p:nvSpPr>
        <p:spPr>
          <a:xfrm>
            <a:off x="381147" y="173060"/>
            <a:ext cx="11404455" cy="407438"/>
          </a:xfrm>
        </p:spPr>
        <p:txBody>
          <a:bodyPr/>
          <a:lstStyle>
            <a:lvl1pPr>
              <a:defRPr sz="2300"/>
            </a:lvl1pPr>
          </a:lstStyle>
          <a:p>
            <a:r>
              <a:rPr lang="en-US"/>
              <a:t>Click to edit Master title style</a:t>
            </a:r>
          </a:p>
        </p:txBody>
      </p:sp>
      <p:sp>
        <p:nvSpPr>
          <p:cNvPr id="9"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2311403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Header, Content (bullet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147" y="173060"/>
            <a:ext cx="11404455" cy="407438"/>
          </a:xfrm>
        </p:spPr>
        <p:txBody>
          <a:bodyPr/>
          <a:lstStyle>
            <a:lvl1pPr>
              <a:defRPr sz="2300"/>
            </a:lvl1pPr>
          </a:lstStyle>
          <a:p>
            <a:r>
              <a:rPr lang="en-US"/>
              <a:t>Click to edit Master title style</a:t>
            </a:r>
          </a:p>
        </p:txBody>
      </p:sp>
      <p:sp>
        <p:nvSpPr>
          <p:cNvPr id="3" name="Content Placeholder 2"/>
          <p:cNvSpPr>
            <a:spLocks noGrp="1"/>
          </p:cNvSpPr>
          <p:nvPr>
            <p:ph idx="1"/>
          </p:nvPr>
        </p:nvSpPr>
        <p:spPr>
          <a:xfrm>
            <a:off x="393349" y="1257303"/>
            <a:ext cx="11392251" cy="48790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10"/>
          </p:nvPr>
        </p:nvSpPr>
        <p:spPr>
          <a:xfrm>
            <a:off x="390144" y="665870"/>
            <a:ext cx="11379200" cy="457200"/>
          </a:xfrm>
        </p:spPr>
        <p:txBody>
          <a:bodyPr/>
          <a:lstStyle>
            <a:lvl1pPr marL="0" indent="0">
              <a:buNone/>
              <a:defRPr>
                <a:solidFill>
                  <a:schemeClr val="bg2"/>
                </a:solidFill>
                <a:latin typeface="+mj-lt"/>
              </a:defRPr>
            </a:lvl1pPr>
            <a:lvl2pPr marL="457206" indent="0">
              <a:buNone/>
              <a:defRPr/>
            </a:lvl2pPr>
          </a:lstStyle>
          <a:p>
            <a:pPr lvl="0"/>
            <a:r>
              <a:rPr lang="en-US"/>
              <a:t>Click to edit Master text styles</a:t>
            </a:r>
          </a:p>
        </p:txBody>
      </p:sp>
      <p:sp>
        <p:nvSpPr>
          <p:cNvPr id="10"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2918961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Header, Content (no bullets)">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93350" y="1257299"/>
            <a:ext cx="11392252" cy="4689087"/>
          </a:xfrm>
        </p:spPr>
        <p:txBody>
          <a:bodyPr/>
          <a:lstStyle>
            <a:lvl1pPr marL="0" indent="0">
              <a:buNone/>
              <a:defRPr/>
            </a:lvl1pPr>
            <a:lvl2pPr marL="457206" indent="0">
              <a:buNone/>
              <a:defRPr/>
            </a:lvl2pPr>
            <a:lvl3pPr marL="914411" indent="0">
              <a:buNone/>
              <a:defRPr/>
            </a:lvl3pPr>
            <a:lvl4pPr marL="1371617" indent="0">
              <a:buNone/>
              <a:defRPr/>
            </a:lvl4pPr>
            <a:lvl5pPr marL="1828823"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p:cNvSpPr>
            <a:spLocks noGrp="1"/>
          </p:cNvSpPr>
          <p:nvPr>
            <p:ph type="title"/>
          </p:nvPr>
        </p:nvSpPr>
        <p:spPr>
          <a:xfrm>
            <a:off x="381147" y="173060"/>
            <a:ext cx="11404455" cy="407438"/>
          </a:xfrm>
        </p:spPr>
        <p:txBody>
          <a:bodyPr/>
          <a:lstStyle>
            <a:lvl1pPr>
              <a:defRPr sz="2300"/>
            </a:lvl1pPr>
          </a:lstStyle>
          <a:p>
            <a:r>
              <a:rPr lang="en-US"/>
              <a:t>Click to edit Master title style</a:t>
            </a:r>
          </a:p>
        </p:txBody>
      </p:sp>
      <p:sp>
        <p:nvSpPr>
          <p:cNvPr id="8" name="Text Placeholder 4"/>
          <p:cNvSpPr>
            <a:spLocks noGrp="1"/>
          </p:cNvSpPr>
          <p:nvPr>
            <p:ph type="body" sz="quarter" idx="10"/>
          </p:nvPr>
        </p:nvSpPr>
        <p:spPr>
          <a:xfrm>
            <a:off x="390144" y="665870"/>
            <a:ext cx="11379200" cy="457200"/>
          </a:xfrm>
        </p:spPr>
        <p:txBody>
          <a:bodyPr/>
          <a:lstStyle>
            <a:lvl1pPr marL="0" indent="0">
              <a:buNone/>
              <a:defRPr>
                <a:solidFill>
                  <a:schemeClr val="bg2"/>
                </a:solidFill>
                <a:latin typeface="+mj-lt"/>
              </a:defRPr>
            </a:lvl1pPr>
            <a:lvl2pPr marL="457206" indent="0">
              <a:buNone/>
              <a:defRPr/>
            </a:lvl2pPr>
          </a:lstStyle>
          <a:p>
            <a:pPr lvl="0"/>
            <a:r>
              <a:rPr lang="en-US"/>
              <a:t>Click to edit Master text styles</a:t>
            </a:r>
          </a:p>
        </p:txBody>
      </p:sp>
      <p:sp>
        <p:nvSpPr>
          <p:cNvPr id="9"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3478811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White Bkgd">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title"/>
          </p:nvPr>
        </p:nvSpPr>
        <p:spPr>
          <a:xfrm>
            <a:off x="381147" y="173060"/>
            <a:ext cx="11404455" cy="407438"/>
          </a:xfrm>
        </p:spPr>
        <p:txBody>
          <a:bodyPr/>
          <a:lstStyle>
            <a:lvl1pPr>
              <a:defRPr sz="2300"/>
            </a:lvl1pPr>
          </a:lstStyle>
          <a:p>
            <a:r>
              <a:rPr lang="en-US"/>
              <a:t>Click to edit Master title style</a:t>
            </a:r>
          </a:p>
        </p:txBody>
      </p:sp>
      <p:sp>
        <p:nvSpPr>
          <p:cNvPr id="7" name="Text Placeholder 4"/>
          <p:cNvSpPr>
            <a:spLocks noGrp="1"/>
          </p:cNvSpPr>
          <p:nvPr>
            <p:ph type="body" sz="quarter" idx="10"/>
          </p:nvPr>
        </p:nvSpPr>
        <p:spPr>
          <a:xfrm>
            <a:off x="390144" y="665870"/>
            <a:ext cx="11379200" cy="457200"/>
          </a:xfrm>
        </p:spPr>
        <p:txBody>
          <a:bodyPr/>
          <a:lstStyle>
            <a:lvl1pPr marL="0" indent="0">
              <a:buNone/>
              <a:defRPr>
                <a:solidFill>
                  <a:schemeClr val="bg2"/>
                </a:solidFill>
                <a:latin typeface="+mj-lt"/>
              </a:defRPr>
            </a:lvl1pPr>
            <a:lvl2pPr marL="457206" indent="0">
              <a:buNone/>
              <a:defRPr/>
            </a:lvl2pPr>
          </a:lstStyle>
          <a:p>
            <a:pPr lvl="0"/>
            <a:r>
              <a:rPr lang="en-US"/>
              <a:t>Click to edit Master text styles</a:t>
            </a:r>
          </a:p>
        </p:txBody>
      </p:sp>
      <p:sp>
        <p:nvSpPr>
          <p:cNvPr id="8"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
        <p:nvSpPr>
          <p:cNvPr id="6" name="Content Placeholder 2"/>
          <p:cNvSpPr>
            <a:spLocks noGrp="1"/>
          </p:cNvSpPr>
          <p:nvPr>
            <p:ph idx="1"/>
          </p:nvPr>
        </p:nvSpPr>
        <p:spPr>
          <a:xfrm>
            <a:off x="393350" y="1257302"/>
            <a:ext cx="11392252" cy="4892285"/>
          </a:xfrm>
        </p:spPr>
        <p:txBody>
          <a:bodyPr/>
          <a:lstStyle>
            <a:lvl1pPr marL="0" indent="0" defTabSz="914411">
              <a:buNone/>
              <a:tabLst>
                <a:tab pos="8229703" algn="r"/>
              </a:tabLst>
              <a:defRPr/>
            </a:lvl1pPr>
            <a:lvl2pPr marL="457206" indent="0" defTabSz="914411">
              <a:buNone/>
              <a:tabLst>
                <a:tab pos="8229703" algn="r"/>
              </a:tabLst>
              <a:defRPr/>
            </a:lvl2pPr>
            <a:lvl3pPr marL="914411" indent="0" defTabSz="914411">
              <a:buNone/>
              <a:tabLst>
                <a:tab pos="8229703" algn="r"/>
              </a:tabLst>
              <a:defRPr/>
            </a:lvl3pPr>
            <a:lvl4pPr marL="1371617" indent="0" defTabSz="914411">
              <a:buNone/>
              <a:tabLst>
                <a:tab pos="8229703" algn="r"/>
              </a:tabLst>
              <a:defRPr/>
            </a:lvl4pPr>
            <a:lvl5pPr marL="1828823" indent="0" defTabSz="914411">
              <a:buNone/>
              <a:tabLst>
                <a:tab pos="8229703" algn="r"/>
              </a:tabLst>
              <a:defRPr/>
            </a:lvl5pPr>
          </a:lstStyle>
          <a:p>
            <a:pPr lvl="0"/>
            <a:r>
              <a:rPr lang="en-US"/>
              <a:t>Click to edit Master text styles</a:t>
            </a:r>
          </a:p>
        </p:txBody>
      </p:sp>
    </p:spTree>
    <p:extLst>
      <p:ext uri="{BB962C8B-B14F-4D97-AF65-F5344CB8AC3E}">
        <p14:creationId xmlns:p14="http://schemas.microsoft.com/office/powerpoint/2010/main" val="525179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Header White Bkgd">
    <p:bg>
      <p:bgPr>
        <a:solidFill>
          <a:schemeClr val="bg1"/>
        </a:solidFill>
        <a:effectLst/>
      </p:bgPr>
    </p:bg>
    <p:spTree>
      <p:nvGrpSpPr>
        <p:cNvPr id="1" name=""/>
        <p:cNvGrpSpPr/>
        <p:nvPr/>
      </p:nvGrpSpPr>
      <p:grpSpPr>
        <a:xfrm>
          <a:off x="0" y="0"/>
          <a:ext cx="0" cy="0"/>
          <a:chOff x="0" y="0"/>
          <a:chExt cx="0" cy="0"/>
        </a:xfrm>
      </p:grpSpPr>
      <p:sp>
        <p:nvSpPr>
          <p:cNvPr id="14" name="Title 1"/>
          <p:cNvSpPr>
            <a:spLocks noGrp="1"/>
          </p:cNvSpPr>
          <p:nvPr>
            <p:ph type="title"/>
          </p:nvPr>
        </p:nvSpPr>
        <p:spPr>
          <a:xfrm>
            <a:off x="406400" y="2446341"/>
            <a:ext cx="9296400" cy="731263"/>
          </a:xfrm>
        </p:spPr>
        <p:txBody>
          <a:bodyPr anchor="b" anchorCtr="0">
            <a:noAutofit/>
          </a:bodyPr>
          <a:lstStyle>
            <a:lvl1pPr algn="l">
              <a:lnSpc>
                <a:spcPct val="100000"/>
              </a:lnSpc>
              <a:defRPr sz="3000" b="0" cap="none">
                <a:solidFill>
                  <a:schemeClr val="bg2"/>
                </a:solidFill>
              </a:defRPr>
            </a:lvl1pPr>
          </a:lstStyle>
          <a:p>
            <a:r>
              <a:rPr lang="en-US"/>
              <a:t>Click to edit Master title style</a:t>
            </a:r>
          </a:p>
        </p:txBody>
      </p:sp>
      <p:sp>
        <p:nvSpPr>
          <p:cNvPr id="3" name="Text Placeholder 2"/>
          <p:cNvSpPr>
            <a:spLocks noGrp="1"/>
          </p:cNvSpPr>
          <p:nvPr>
            <p:ph type="body" sz="quarter" idx="10"/>
          </p:nvPr>
        </p:nvSpPr>
        <p:spPr>
          <a:xfrm>
            <a:off x="406400" y="3255435"/>
            <a:ext cx="9296400" cy="28378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3233432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er &amp; Two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06400" y="1264920"/>
            <a:ext cx="5445760" cy="4831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53757" y="1264920"/>
            <a:ext cx="5445760" cy="4831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p:cNvSpPr>
            <a:spLocks noGrp="1"/>
          </p:cNvSpPr>
          <p:nvPr>
            <p:ph type="title"/>
          </p:nvPr>
        </p:nvSpPr>
        <p:spPr>
          <a:xfrm>
            <a:off x="381147" y="173060"/>
            <a:ext cx="11404455" cy="407438"/>
          </a:xfrm>
        </p:spPr>
        <p:txBody>
          <a:bodyPr/>
          <a:lstStyle>
            <a:lvl1pPr>
              <a:defRPr sz="2300"/>
            </a:lvl1pPr>
          </a:lstStyle>
          <a:p>
            <a:r>
              <a:rPr lang="en-US"/>
              <a:t>Click to edit Master title style</a:t>
            </a:r>
          </a:p>
        </p:txBody>
      </p:sp>
      <p:sp>
        <p:nvSpPr>
          <p:cNvPr id="9" name="Text Placeholder 4"/>
          <p:cNvSpPr>
            <a:spLocks noGrp="1"/>
          </p:cNvSpPr>
          <p:nvPr>
            <p:ph type="body" sz="quarter" idx="10"/>
          </p:nvPr>
        </p:nvSpPr>
        <p:spPr>
          <a:xfrm>
            <a:off x="390144" y="665870"/>
            <a:ext cx="11379200" cy="457200"/>
          </a:xfrm>
        </p:spPr>
        <p:txBody>
          <a:bodyPr/>
          <a:lstStyle>
            <a:lvl1pPr marL="0" indent="0">
              <a:buNone/>
              <a:defRPr>
                <a:solidFill>
                  <a:schemeClr val="bg2"/>
                </a:solidFill>
                <a:latin typeface="+mj-lt"/>
              </a:defRPr>
            </a:lvl1pPr>
            <a:lvl2pPr marL="457206" indent="0">
              <a:buNone/>
              <a:defRPr/>
            </a:lvl2pPr>
          </a:lstStyle>
          <a:p>
            <a:pPr lvl="0"/>
            <a:r>
              <a:rPr lang="en-US"/>
              <a:t>Click to edit Master text styles</a:t>
            </a:r>
          </a:p>
        </p:txBody>
      </p:sp>
      <p:sp>
        <p:nvSpPr>
          <p:cNvPr id="10"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3505960053"/>
      </p:ext>
    </p:extLst>
  </p:cSld>
  <p:clrMapOvr>
    <a:masterClrMapping/>
  </p:clrMapOvr>
  <p:extLst>
    <p:ext uri="{DCECCB84-F9BA-43D5-87BE-67443E8EF086}">
      <p15:sldGuideLst xmlns:p15="http://schemas.microsoft.com/office/powerpoint/2012/main">
        <p15:guide id="1" orient="horz" pos="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er &amp; Two Content (Horizantal)">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06401" y="1264921"/>
            <a:ext cx="11393117" cy="2194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06401" y="3571688"/>
            <a:ext cx="11393117"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p:cNvSpPr>
            <a:spLocks noGrp="1"/>
          </p:cNvSpPr>
          <p:nvPr>
            <p:ph type="title"/>
          </p:nvPr>
        </p:nvSpPr>
        <p:spPr>
          <a:xfrm>
            <a:off x="381147" y="173060"/>
            <a:ext cx="11404455" cy="407438"/>
          </a:xfrm>
        </p:spPr>
        <p:txBody>
          <a:bodyPr/>
          <a:lstStyle>
            <a:lvl1pPr>
              <a:defRPr sz="2300"/>
            </a:lvl1pPr>
          </a:lstStyle>
          <a:p>
            <a:r>
              <a:rPr lang="en-US"/>
              <a:t>Click to edit Master title style</a:t>
            </a:r>
          </a:p>
        </p:txBody>
      </p:sp>
      <p:sp>
        <p:nvSpPr>
          <p:cNvPr id="9" name="Text Placeholder 4"/>
          <p:cNvSpPr>
            <a:spLocks noGrp="1"/>
          </p:cNvSpPr>
          <p:nvPr>
            <p:ph type="body" sz="quarter" idx="10"/>
          </p:nvPr>
        </p:nvSpPr>
        <p:spPr>
          <a:xfrm>
            <a:off x="390144" y="665870"/>
            <a:ext cx="11379200" cy="457200"/>
          </a:xfrm>
        </p:spPr>
        <p:txBody>
          <a:bodyPr/>
          <a:lstStyle>
            <a:lvl1pPr marL="0" indent="0">
              <a:buNone/>
              <a:defRPr baseline="0">
                <a:solidFill>
                  <a:schemeClr val="bg2"/>
                </a:solidFill>
                <a:latin typeface="+mj-lt"/>
              </a:defRPr>
            </a:lvl1pPr>
            <a:lvl2pPr marL="457206" indent="0">
              <a:buNone/>
              <a:defRPr/>
            </a:lvl2pPr>
          </a:lstStyle>
          <a:p>
            <a:pPr lvl="0"/>
            <a:r>
              <a:rPr lang="en-US"/>
              <a:t>Click to edit Master text styles</a:t>
            </a:r>
          </a:p>
        </p:txBody>
      </p:sp>
      <p:sp>
        <p:nvSpPr>
          <p:cNvPr id="10"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1463248988"/>
      </p:ext>
    </p:extLst>
  </p:cSld>
  <p:clrMapOvr>
    <a:masterClrMapping/>
  </p:clrMapOvr>
  <p:extLst>
    <p:ext uri="{DCECCB84-F9BA-43D5-87BE-67443E8EF086}">
      <p15:sldGuideLst xmlns:p15="http://schemas.microsoft.com/office/powerpoint/2012/main">
        <p15:guide id="1" orient="horz" pos="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06400" y="1145310"/>
            <a:ext cx="5445760" cy="49506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53757" y="1145310"/>
            <a:ext cx="5445760" cy="49506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p:cNvSpPr>
            <a:spLocks noGrp="1"/>
          </p:cNvSpPr>
          <p:nvPr>
            <p:ph type="title"/>
          </p:nvPr>
        </p:nvSpPr>
        <p:spPr>
          <a:xfrm>
            <a:off x="381147" y="173060"/>
            <a:ext cx="11404455" cy="407438"/>
          </a:xfrm>
        </p:spPr>
        <p:txBody>
          <a:bodyPr/>
          <a:lstStyle>
            <a:lvl1pPr>
              <a:defRPr sz="2300"/>
            </a:lvl1pPr>
          </a:lstStyle>
          <a:p>
            <a:r>
              <a:rPr lang="en-US"/>
              <a:t>Click to edit Master title style</a:t>
            </a:r>
          </a:p>
        </p:txBody>
      </p:sp>
      <p:sp>
        <p:nvSpPr>
          <p:cNvPr id="10"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534080574"/>
      </p:ext>
    </p:extLst>
  </p:cSld>
  <p:clrMapOvr>
    <a:masterClrMapping/>
  </p:clrMapOvr>
  <p:extLst>
    <p:ext uri="{DCECCB84-F9BA-43D5-87BE-67443E8EF086}">
      <p15:sldGuideLst xmlns:p15="http://schemas.microsoft.com/office/powerpoint/2012/main">
        <p15:guide id="1" orient="horz" pos="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 (Horizantal)">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06401" y="1154545"/>
            <a:ext cx="11393117" cy="2194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06401" y="3537527"/>
            <a:ext cx="11393117" cy="25564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p:cNvSpPr>
            <a:spLocks noGrp="1"/>
          </p:cNvSpPr>
          <p:nvPr>
            <p:ph type="title"/>
          </p:nvPr>
        </p:nvSpPr>
        <p:spPr>
          <a:xfrm>
            <a:off x="381147" y="173060"/>
            <a:ext cx="11404455" cy="407438"/>
          </a:xfrm>
        </p:spPr>
        <p:txBody>
          <a:bodyPr/>
          <a:lstStyle>
            <a:lvl1pPr>
              <a:defRPr sz="2300"/>
            </a:lvl1pPr>
          </a:lstStyle>
          <a:p>
            <a:r>
              <a:rPr lang="en-US"/>
              <a:t>Click to edit Master title style</a:t>
            </a:r>
          </a:p>
        </p:txBody>
      </p:sp>
      <p:sp>
        <p:nvSpPr>
          <p:cNvPr id="10"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3968991072"/>
      </p:ext>
    </p:extLst>
  </p:cSld>
  <p:clrMapOvr>
    <a:masterClrMapping/>
  </p:clrMapOvr>
  <p:extLst>
    <p:ext uri="{DCECCB84-F9BA-43D5-87BE-67443E8EF086}">
      <p15:sldGuideLst xmlns:p15="http://schemas.microsoft.com/office/powerpoint/2012/main">
        <p15:guide id="1" orient="horz" pos="88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sclaimer White Bkg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93350" y="1270001"/>
            <a:ext cx="11392252" cy="4826000"/>
          </a:xfrm>
        </p:spPr>
        <p:txBody>
          <a:bodyPr/>
          <a:lstStyle>
            <a:lvl1pPr marL="0" indent="0">
              <a:spcBef>
                <a:spcPts val="1200"/>
              </a:spcBef>
              <a:buNone/>
              <a:defRPr sz="1400"/>
            </a:lvl1pPr>
            <a:lvl2pPr marL="457206" indent="0">
              <a:buNone/>
              <a:defRPr sz="1300"/>
            </a:lvl2pPr>
            <a:lvl3pPr marL="914411" indent="0">
              <a:buNone/>
              <a:defRPr sz="1200"/>
            </a:lvl3pPr>
            <a:lvl4pPr marL="1371617" indent="0">
              <a:buNone/>
              <a:defRPr sz="1100"/>
            </a:lvl4pPr>
            <a:lvl5pPr marL="1828823"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p:cNvSpPr>
            <a:spLocks noGrp="1"/>
          </p:cNvSpPr>
          <p:nvPr>
            <p:ph type="title"/>
          </p:nvPr>
        </p:nvSpPr>
        <p:spPr>
          <a:xfrm>
            <a:off x="381147" y="173060"/>
            <a:ext cx="11404455" cy="407438"/>
          </a:xfrm>
        </p:spPr>
        <p:txBody>
          <a:bodyPr/>
          <a:lstStyle>
            <a:lvl1pPr>
              <a:defRPr sz="2300"/>
            </a:lvl1pPr>
          </a:lstStyle>
          <a:p>
            <a:r>
              <a:rPr lang="en-US"/>
              <a:t>Click to edit Master title style</a:t>
            </a:r>
          </a:p>
        </p:txBody>
      </p:sp>
      <p:sp>
        <p:nvSpPr>
          <p:cNvPr id="8" name="Text Placeholder 4"/>
          <p:cNvSpPr>
            <a:spLocks noGrp="1"/>
          </p:cNvSpPr>
          <p:nvPr>
            <p:ph type="body" sz="quarter" idx="10"/>
          </p:nvPr>
        </p:nvSpPr>
        <p:spPr>
          <a:xfrm>
            <a:off x="390144" y="665870"/>
            <a:ext cx="11379200" cy="457200"/>
          </a:xfrm>
        </p:spPr>
        <p:txBody>
          <a:bodyPr/>
          <a:lstStyle>
            <a:lvl1pPr marL="0" indent="0">
              <a:buNone/>
              <a:defRPr>
                <a:solidFill>
                  <a:schemeClr val="bg2"/>
                </a:solidFill>
                <a:latin typeface="+mj-lt"/>
              </a:defRPr>
            </a:lvl1pPr>
            <a:lvl2pPr marL="457206" indent="0">
              <a:buNone/>
              <a:defRPr/>
            </a:lvl2pPr>
          </a:lstStyle>
          <a:p>
            <a:pPr lvl="0"/>
            <a:r>
              <a:rPr lang="en-US"/>
              <a:t>Click to edit Master text styles</a:t>
            </a:r>
          </a:p>
        </p:txBody>
      </p:sp>
      <p:sp>
        <p:nvSpPr>
          <p:cNvPr id="9"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2352476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mp; Header Only">
    <p:bg>
      <p:bgPr>
        <a:solidFill>
          <a:schemeClr val="bg1"/>
        </a:solidFill>
        <a:effectLst/>
      </p:bgPr>
    </p:bg>
    <p:spTree>
      <p:nvGrpSpPr>
        <p:cNvPr id="1" name=""/>
        <p:cNvGrpSpPr/>
        <p:nvPr/>
      </p:nvGrpSpPr>
      <p:grpSpPr>
        <a:xfrm>
          <a:off x="0" y="0"/>
          <a:ext cx="0" cy="0"/>
          <a:chOff x="0" y="0"/>
          <a:chExt cx="0" cy="0"/>
        </a:xfrm>
      </p:grpSpPr>
      <p:sp>
        <p:nvSpPr>
          <p:cNvPr id="6" name="Title 1"/>
          <p:cNvSpPr>
            <a:spLocks noGrp="1"/>
          </p:cNvSpPr>
          <p:nvPr>
            <p:ph type="title"/>
          </p:nvPr>
        </p:nvSpPr>
        <p:spPr>
          <a:xfrm>
            <a:off x="381147" y="173060"/>
            <a:ext cx="11404455" cy="407438"/>
          </a:xfrm>
        </p:spPr>
        <p:txBody>
          <a:bodyPr/>
          <a:lstStyle>
            <a:lvl1pPr>
              <a:defRPr sz="2300" baseline="0"/>
            </a:lvl1pPr>
          </a:lstStyle>
          <a:p>
            <a:r>
              <a:rPr lang="en-US"/>
              <a:t>Click to edit Master title style</a:t>
            </a:r>
          </a:p>
        </p:txBody>
      </p:sp>
      <p:sp>
        <p:nvSpPr>
          <p:cNvPr id="7" name="Text Placeholder 4"/>
          <p:cNvSpPr>
            <a:spLocks noGrp="1"/>
          </p:cNvSpPr>
          <p:nvPr>
            <p:ph type="body" sz="quarter" idx="10"/>
          </p:nvPr>
        </p:nvSpPr>
        <p:spPr>
          <a:xfrm>
            <a:off x="390144" y="665870"/>
            <a:ext cx="11379200" cy="457200"/>
          </a:xfrm>
        </p:spPr>
        <p:txBody>
          <a:bodyPr/>
          <a:lstStyle>
            <a:lvl1pPr marL="0" indent="0">
              <a:buNone/>
              <a:defRPr>
                <a:solidFill>
                  <a:schemeClr val="bg2"/>
                </a:solidFill>
                <a:latin typeface="+mj-lt"/>
              </a:defRPr>
            </a:lvl1pPr>
            <a:lvl2pPr marL="457206" indent="0">
              <a:buNone/>
              <a:defRPr/>
            </a:lvl2pPr>
          </a:lstStyle>
          <a:p>
            <a:pPr lvl="0"/>
            <a:r>
              <a:rPr lang="en-US"/>
              <a:t>Click to edit Master text styles</a:t>
            </a:r>
          </a:p>
        </p:txBody>
      </p:sp>
      <p:sp>
        <p:nvSpPr>
          <p:cNvPr id="8"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30653116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sp>
        <p:nvSpPr>
          <p:cNvPr id="6" name="Title 1"/>
          <p:cNvSpPr>
            <a:spLocks noGrp="1"/>
          </p:cNvSpPr>
          <p:nvPr>
            <p:ph type="title"/>
          </p:nvPr>
        </p:nvSpPr>
        <p:spPr>
          <a:xfrm>
            <a:off x="381147" y="173060"/>
            <a:ext cx="11404455" cy="407438"/>
          </a:xfrm>
        </p:spPr>
        <p:txBody>
          <a:bodyPr/>
          <a:lstStyle>
            <a:lvl1pPr>
              <a:defRPr sz="2300" baseline="0"/>
            </a:lvl1pPr>
          </a:lstStyle>
          <a:p>
            <a:r>
              <a:rPr lang="en-US"/>
              <a:t>Click to edit Master title style</a:t>
            </a:r>
          </a:p>
        </p:txBody>
      </p:sp>
      <p:sp>
        <p:nvSpPr>
          <p:cNvPr id="8"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4374185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bg1"/>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13848" t="23045" r="54437" b="22065"/>
          <a:stretch/>
        </p:blipFill>
        <p:spPr>
          <a:xfrm>
            <a:off x="3944230" y="1776050"/>
            <a:ext cx="4303543" cy="3305907"/>
          </a:xfrm>
          <a:prstGeom prst="rect">
            <a:avLst/>
          </a:prstGeom>
        </p:spPr>
      </p:pic>
      <p:sp>
        <p:nvSpPr>
          <p:cNvPr id="6"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3027299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2_2 Text Top &amp; Bottom">
    <p:spTree>
      <p:nvGrpSpPr>
        <p:cNvPr id="1" name=""/>
        <p:cNvGrpSpPr/>
        <p:nvPr/>
      </p:nvGrpSpPr>
      <p:grpSpPr>
        <a:xfrm>
          <a:off x="0" y="0"/>
          <a:ext cx="0" cy="0"/>
          <a:chOff x="0" y="0"/>
          <a:chExt cx="0" cy="0"/>
        </a:xfrm>
      </p:grpSpPr>
      <p:sp>
        <p:nvSpPr>
          <p:cNvPr id="7" name="Rectangle 6"/>
          <p:cNvSpPr/>
          <p:nvPr/>
        </p:nvSpPr>
        <p:spPr>
          <a:xfrm>
            <a:off x="0" y="5943600"/>
            <a:ext cx="12192000" cy="9144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85700" tIns="42850" rIns="85700" bIns="42850" rtlCol="0" anchor="ctr"/>
          <a:lstStyle/>
          <a:p>
            <a:pPr algn="ctr"/>
            <a:endParaRPr lang="en-US" sz="1600"/>
          </a:p>
        </p:txBody>
      </p:sp>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lvl1pPr>
              <a:defRPr>
                <a:solidFill>
                  <a:srgbClr val="000000"/>
                </a:solidFill>
              </a:defRPr>
            </a:lvl1pPr>
          </a:lstStyle>
          <a:p>
            <a:endParaRPr lang="en-US"/>
          </a:p>
        </p:txBody>
      </p:sp>
      <p:sp>
        <p:nvSpPr>
          <p:cNvPr id="4" name="Slide Number Placeholder 3"/>
          <p:cNvSpPr>
            <a:spLocks noGrp="1"/>
          </p:cNvSpPr>
          <p:nvPr>
            <p:ph type="sldNum" sz="quarter" idx="11"/>
          </p:nvPr>
        </p:nvSpPr>
        <p:spPr/>
        <p:txBody>
          <a:bodyPr/>
          <a:lstStyle>
            <a:lvl1pPr>
              <a:defRPr>
                <a:solidFill>
                  <a:srgbClr val="000000"/>
                </a:solidFill>
              </a:defRPr>
            </a:lvl1pPr>
          </a:lstStyle>
          <a:p>
            <a:fld id="{39E9D6B2-EA4D-467F-86A5-D162FCADCAB3}" type="slidenum">
              <a:rPr lang="en-US" smtClean="0"/>
              <a:t>‹#›</a:t>
            </a:fld>
            <a:endParaRPr lang="en-US"/>
          </a:p>
        </p:txBody>
      </p:sp>
      <p:sp>
        <p:nvSpPr>
          <p:cNvPr id="5" name="Date Placeholder 4"/>
          <p:cNvSpPr>
            <a:spLocks noGrp="1"/>
          </p:cNvSpPr>
          <p:nvPr>
            <p:ph type="dt" sz="half" idx="12"/>
          </p:nvPr>
        </p:nvSpPr>
        <p:spPr/>
        <p:txBody>
          <a:bodyPr/>
          <a:lstStyle>
            <a:lvl1pPr>
              <a:defRPr>
                <a:solidFill>
                  <a:srgbClr val="000000"/>
                </a:solidFill>
              </a:defRPr>
            </a:lvl1pPr>
          </a:lstStyle>
          <a:p>
            <a:endParaRPr lang="en-US"/>
          </a:p>
        </p:txBody>
      </p:sp>
      <p:sp>
        <p:nvSpPr>
          <p:cNvPr id="6" name="Content Placeholder 8"/>
          <p:cNvSpPr>
            <a:spLocks noGrp="1"/>
          </p:cNvSpPr>
          <p:nvPr>
            <p:ph sz="quarter" idx="13"/>
          </p:nvPr>
        </p:nvSpPr>
        <p:spPr>
          <a:xfrm>
            <a:off x="609602" y="1217619"/>
            <a:ext cx="11055836" cy="2540329"/>
          </a:xfrm>
          <a:prstGeom prst="rect">
            <a:avLst/>
          </a:prstGeom>
        </p:spPr>
        <p:txBody>
          <a:bodyPr lIns="86486" tIns="43243" rIns="86486" bIns="43243"/>
          <a:lstStyle>
            <a:lvl1pPr marL="283784" indent="-283784">
              <a:spcBef>
                <a:spcPts val="533"/>
              </a:spcBef>
              <a:spcAft>
                <a:spcPts val="533"/>
              </a:spcAft>
              <a:defRPr sz="1594"/>
            </a:lvl1pPr>
            <a:lvl2pPr marL="567568" indent="-243243">
              <a:spcBef>
                <a:spcPts val="533"/>
              </a:spcBef>
              <a:spcAft>
                <a:spcPts val="533"/>
              </a:spcAft>
              <a:buFont typeface="Tahoma" pitchFamily="34" charset="0"/>
              <a:buChar char="–"/>
              <a:defRPr sz="1406" baseline="0"/>
            </a:lvl2pPr>
            <a:lvl3pPr marL="912162" indent="-242117">
              <a:spcBef>
                <a:spcPts val="354"/>
              </a:spcBef>
              <a:spcAft>
                <a:spcPts val="354"/>
              </a:spcAft>
              <a:buFont typeface="Wingdings" pitchFamily="2" charset="2"/>
              <a:buChar char="§"/>
              <a:defRPr sz="1219" baseline="0"/>
            </a:lvl3pPr>
            <a:lvl4pPr marL="1211993" indent="-242117">
              <a:spcBef>
                <a:spcPts val="354"/>
              </a:spcBef>
              <a:spcAft>
                <a:spcPts val="354"/>
              </a:spcAft>
              <a:buFont typeface="Tahoma" pitchFamily="34" charset="0"/>
              <a:buChar char="–"/>
              <a:defRPr sz="1031" baseline="0"/>
            </a:lvl4pPr>
            <a:lvl5pPr marL="1713814" indent="-211252">
              <a:buFont typeface="Segoe U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5256" y="6175313"/>
            <a:ext cx="605536" cy="454152"/>
          </a:xfrm>
          <a:prstGeom prst="rect">
            <a:avLst/>
          </a:prstGeom>
        </p:spPr>
      </p:pic>
      <p:sp>
        <p:nvSpPr>
          <p:cNvPr id="9" name="Content Placeholder 8"/>
          <p:cNvSpPr>
            <a:spLocks noGrp="1"/>
          </p:cNvSpPr>
          <p:nvPr>
            <p:ph sz="quarter" idx="14"/>
          </p:nvPr>
        </p:nvSpPr>
        <p:spPr>
          <a:xfrm>
            <a:off x="621081" y="3777884"/>
            <a:ext cx="11008355" cy="2169044"/>
          </a:xfrm>
          <a:prstGeom prst="rect">
            <a:avLst/>
          </a:prstGeom>
        </p:spPr>
        <p:txBody>
          <a:bodyPr lIns="86486" tIns="43243" rIns="86486" bIns="43243"/>
          <a:lstStyle>
            <a:lvl1pPr marL="283784" indent="-283784">
              <a:spcBef>
                <a:spcPts val="533"/>
              </a:spcBef>
              <a:spcAft>
                <a:spcPts val="533"/>
              </a:spcAft>
              <a:defRPr sz="1594"/>
            </a:lvl1pPr>
            <a:lvl2pPr marL="567568" indent="-243243">
              <a:spcBef>
                <a:spcPts val="533"/>
              </a:spcBef>
              <a:spcAft>
                <a:spcPts val="533"/>
              </a:spcAft>
              <a:buFont typeface="Tahoma" pitchFamily="34" charset="0"/>
              <a:buChar char="–"/>
              <a:defRPr sz="1406" baseline="0"/>
            </a:lvl2pPr>
            <a:lvl3pPr marL="912162" indent="-242117">
              <a:spcBef>
                <a:spcPts val="354"/>
              </a:spcBef>
              <a:spcAft>
                <a:spcPts val="354"/>
              </a:spcAft>
              <a:buFont typeface="Wingdings" pitchFamily="2" charset="2"/>
              <a:buChar char="§"/>
              <a:defRPr sz="1219" baseline="0"/>
            </a:lvl3pPr>
            <a:lvl4pPr marL="1211993" indent="-242117">
              <a:spcBef>
                <a:spcPts val="354"/>
              </a:spcBef>
              <a:spcAft>
                <a:spcPts val="354"/>
              </a:spcAft>
              <a:buFont typeface="Tahoma" pitchFamily="34" charset="0"/>
              <a:buChar char="–"/>
              <a:defRPr sz="1031" baseline="0"/>
            </a:lvl4pPr>
            <a:lvl5pPr marL="1713814" indent="-211252">
              <a:buFont typeface="Segoe U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9629465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Title &amp; Bullets &amp; Chart">
    <p:spTree>
      <p:nvGrpSpPr>
        <p:cNvPr id="1" name=""/>
        <p:cNvGrpSpPr/>
        <p:nvPr/>
      </p:nvGrpSpPr>
      <p:grpSpPr>
        <a:xfrm>
          <a:off x="0" y="0"/>
          <a:ext cx="0" cy="0"/>
          <a:chOff x="0" y="0"/>
          <a:chExt cx="0" cy="0"/>
        </a:xfrm>
      </p:grpSpPr>
      <p:sp>
        <p:nvSpPr>
          <p:cNvPr id="7" name="Rectangle 6"/>
          <p:cNvSpPr/>
          <p:nvPr/>
        </p:nvSpPr>
        <p:spPr>
          <a:xfrm>
            <a:off x="0" y="5943600"/>
            <a:ext cx="12192000" cy="9144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85700" tIns="42850" rIns="85700" bIns="42850" rtlCol="0" anchor="ctr"/>
          <a:lstStyle/>
          <a:p>
            <a:pPr algn="ctr"/>
            <a:endParaRPr lang="en-US" sz="1600"/>
          </a:p>
        </p:txBody>
      </p:sp>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lvl1pPr>
              <a:defRPr>
                <a:solidFill>
                  <a:srgbClr val="000000"/>
                </a:solidFill>
              </a:defRPr>
            </a:lvl1pPr>
          </a:lstStyle>
          <a:p>
            <a:endParaRPr lang="en-US"/>
          </a:p>
        </p:txBody>
      </p:sp>
      <p:sp>
        <p:nvSpPr>
          <p:cNvPr id="4" name="Slide Number Placeholder 3"/>
          <p:cNvSpPr>
            <a:spLocks noGrp="1"/>
          </p:cNvSpPr>
          <p:nvPr>
            <p:ph type="sldNum" sz="quarter" idx="11"/>
          </p:nvPr>
        </p:nvSpPr>
        <p:spPr/>
        <p:txBody>
          <a:bodyPr/>
          <a:lstStyle>
            <a:lvl1pPr>
              <a:defRPr>
                <a:solidFill>
                  <a:srgbClr val="000000"/>
                </a:solidFill>
              </a:defRPr>
            </a:lvl1pPr>
          </a:lstStyle>
          <a:p>
            <a:fld id="{39E9D6B2-EA4D-467F-86A5-D162FCADCAB3}" type="slidenum">
              <a:rPr lang="en-US" smtClean="0"/>
              <a:t>‹#›</a:t>
            </a:fld>
            <a:endParaRPr lang="en-US"/>
          </a:p>
        </p:txBody>
      </p:sp>
      <p:sp>
        <p:nvSpPr>
          <p:cNvPr id="5" name="Date Placeholder 4"/>
          <p:cNvSpPr>
            <a:spLocks noGrp="1"/>
          </p:cNvSpPr>
          <p:nvPr>
            <p:ph type="dt" sz="half" idx="12"/>
          </p:nvPr>
        </p:nvSpPr>
        <p:spPr/>
        <p:txBody>
          <a:bodyPr/>
          <a:lstStyle>
            <a:lvl1pPr>
              <a:defRPr>
                <a:solidFill>
                  <a:srgbClr val="000000"/>
                </a:solidFill>
              </a:defRPr>
            </a:lvl1pPr>
          </a:lstStyle>
          <a:p>
            <a:endParaRPr lang="en-US"/>
          </a:p>
        </p:txBody>
      </p:sp>
      <p:sp>
        <p:nvSpPr>
          <p:cNvPr id="6" name="Content Placeholder 8"/>
          <p:cNvSpPr>
            <a:spLocks noGrp="1"/>
          </p:cNvSpPr>
          <p:nvPr>
            <p:ph sz="quarter" idx="13"/>
          </p:nvPr>
        </p:nvSpPr>
        <p:spPr>
          <a:xfrm>
            <a:off x="609600" y="1217621"/>
            <a:ext cx="5506653" cy="4725987"/>
          </a:xfrm>
          <a:prstGeom prst="rect">
            <a:avLst/>
          </a:prstGeom>
        </p:spPr>
        <p:txBody>
          <a:bodyPr lIns="86486" tIns="43243" rIns="86486" bIns="43243"/>
          <a:lstStyle>
            <a:lvl1pPr marL="283784" indent="-283784">
              <a:spcBef>
                <a:spcPts val="533"/>
              </a:spcBef>
              <a:spcAft>
                <a:spcPts val="533"/>
              </a:spcAft>
              <a:defRPr sz="1594"/>
            </a:lvl1pPr>
            <a:lvl2pPr marL="567568" indent="-243243">
              <a:spcBef>
                <a:spcPts val="533"/>
              </a:spcBef>
              <a:spcAft>
                <a:spcPts val="533"/>
              </a:spcAft>
              <a:buFont typeface="Tahoma" pitchFamily="34" charset="0"/>
              <a:buChar char="–"/>
              <a:defRPr sz="1406" baseline="0"/>
            </a:lvl2pPr>
            <a:lvl3pPr marL="912162" indent="-242117">
              <a:spcBef>
                <a:spcPts val="354"/>
              </a:spcBef>
              <a:spcAft>
                <a:spcPts val="354"/>
              </a:spcAft>
              <a:buFont typeface="Wingdings" pitchFamily="2" charset="2"/>
              <a:buChar char="§"/>
              <a:defRPr sz="1219" baseline="0"/>
            </a:lvl3pPr>
            <a:lvl4pPr marL="1211993" indent="-242117">
              <a:spcBef>
                <a:spcPts val="354"/>
              </a:spcBef>
              <a:spcAft>
                <a:spcPts val="354"/>
              </a:spcAft>
              <a:buFont typeface="Tahoma" pitchFamily="34" charset="0"/>
              <a:buChar char="–"/>
              <a:defRPr sz="1031" baseline="0"/>
            </a:lvl4pPr>
            <a:lvl5pPr marL="1713814" indent="-211252">
              <a:buFont typeface="Segoe U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5256" y="6175313"/>
            <a:ext cx="605536" cy="454152"/>
          </a:xfrm>
          <a:prstGeom prst="rect">
            <a:avLst/>
          </a:prstGeom>
        </p:spPr>
      </p:pic>
      <p:sp>
        <p:nvSpPr>
          <p:cNvPr id="9" name="Content Placeholder 8"/>
          <p:cNvSpPr>
            <a:spLocks noGrp="1"/>
          </p:cNvSpPr>
          <p:nvPr>
            <p:ph sz="quarter" idx="14"/>
          </p:nvPr>
        </p:nvSpPr>
        <p:spPr>
          <a:xfrm>
            <a:off x="6122779" y="1220941"/>
            <a:ext cx="5506653" cy="4725987"/>
          </a:xfrm>
          <a:prstGeom prst="rect">
            <a:avLst/>
          </a:prstGeom>
        </p:spPr>
        <p:txBody>
          <a:bodyPr lIns="86486" tIns="43243" rIns="86486" bIns="43243"/>
          <a:lstStyle>
            <a:lvl1pPr marL="283784" indent="-283784">
              <a:spcBef>
                <a:spcPts val="533"/>
              </a:spcBef>
              <a:spcAft>
                <a:spcPts val="533"/>
              </a:spcAft>
              <a:defRPr sz="1594"/>
            </a:lvl1pPr>
            <a:lvl2pPr marL="567568" indent="-243243">
              <a:spcBef>
                <a:spcPts val="533"/>
              </a:spcBef>
              <a:spcAft>
                <a:spcPts val="533"/>
              </a:spcAft>
              <a:buFont typeface="Tahoma" pitchFamily="34" charset="0"/>
              <a:buChar char="–"/>
              <a:defRPr sz="1406" baseline="0"/>
            </a:lvl2pPr>
            <a:lvl3pPr marL="912162" indent="-242117">
              <a:spcBef>
                <a:spcPts val="354"/>
              </a:spcBef>
              <a:spcAft>
                <a:spcPts val="354"/>
              </a:spcAft>
              <a:buFont typeface="Wingdings" pitchFamily="2" charset="2"/>
              <a:buChar char="§"/>
              <a:defRPr sz="1219" baseline="0"/>
            </a:lvl3pPr>
            <a:lvl4pPr marL="1211993" indent="-242117">
              <a:spcBef>
                <a:spcPts val="354"/>
              </a:spcBef>
              <a:spcAft>
                <a:spcPts val="354"/>
              </a:spcAft>
              <a:buFont typeface="Tahoma" pitchFamily="34" charset="0"/>
              <a:buChar char="–"/>
              <a:defRPr sz="1031" baseline="0"/>
            </a:lvl4pPr>
            <a:lvl5pPr marL="1713814" indent="-211252">
              <a:buFont typeface="Segoe U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4007454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Disclaimer White Bkg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0" indent="0">
              <a:spcBef>
                <a:spcPts val="1422"/>
              </a:spcBef>
              <a:buNone/>
              <a:defRPr sz="1304"/>
            </a:lvl1pPr>
            <a:lvl2pPr marL="541847" indent="0">
              <a:buNone/>
              <a:defRPr sz="1304"/>
            </a:lvl2pPr>
            <a:lvl3pPr marL="1083694" indent="0">
              <a:buNone/>
              <a:defRPr sz="1244"/>
            </a:lvl3pPr>
            <a:lvl4pPr marL="1625539" indent="0">
              <a:buNone/>
              <a:defRPr sz="1185"/>
            </a:lvl4pPr>
            <a:lvl5pPr marL="2167385" indent="0">
              <a:buNone/>
              <a:defRPr sz="10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9"/>
          <p:cNvSpPr>
            <a:spLocks noGrp="1"/>
          </p:cNvSpPr>
          <p:nvPr>
            <p:ph type="sldNum" sz="quarter" idx="4"/>
          </p:nvPr>
        </p:nvSpPr>
        <p:spPr>
          <a:xfrm>
            <a:off x="11520115" y="6378678"/>
            <a:ext cx="304800" cy="182358"/>
          </a:xfrm>
          <a:prstGeom prst="rect">
            <a:avLst/>
          </a:prstGeom>
        </p:spPr>
        <p:txBody>
          <a:bodyPr vert="horz" wrap="square" lIns="0" tIns="0" rIns="0" bIns="0" rtlCol="0" anchor="ctr">
            <a:spAutoFit/>
          </a:bodyPr>
          <a:lstStyle>
            <a:lvl1pPr algn="ctr" fontAlgn="auto">
              <a:spcBef>
                <a:spcPts val="0"/>
              </a:spcBef>
              <a:spcAft>
                <a:spcPts val="0"/>
              </a:spcAft>
              <a:defRPr sz="1185" smtClean="0">
                <a:solidFill>
                  <a:schemeClr val="tx1"/>
                </a:solidFill>
                <a:latin typeface="+mn-lt"/>
              </a:defRPr>
            </a:lvl1pPr>
          </a:lstStyle>
          <a:p>
            <a:pPr>
              <a:defRPr/>
            </a:pPr>
            <a:fld id="{2EDAC284-59FC-4EEB-A7F8-63017E0BC0CE}" type="slidenum">
              <a:rPr lang="en-US" smtClean="0"/>
              <a:pPr>
                <a:defRPr/>
              </a:pPr>
              <a:t>‹#›</a:t>
            </a:fld>
            <a:endParaRPr lang="en-US"/>
          </a:p>
        </p:txBody>
      </p:sp>
      <p:sp>
        <p:nvSpPr>
          <p:cNvPr id="10" name="Text Placeholder 4"/>
          <p:cNvSpPr>
            <a:spLocks noGrp="1"/>
          </p:cNvSpPr>
          <p:nvPr>
            <p:ph type="body" sz="quarter" idx="11"/>
          </p:nvPr>
        </p:nvSpPr>
        <p:spPr>
          <a:xfrm>
            <a:off x="390144" y="792484"/>
            <a:ext cx="11379200" cy="893233"/>
          </a:xfrm>
        </p:spPr>
        <p:txBody>
          <a:bodyPr/>
          <a:lstStyle>
            <a:lvl1pPr marL="0" indent="0">
              <a:buNone/>
              <a:defRPr>
                <a:solidFill>
                  <a:schemeClr val="bg2"/>
                </a:solidFill>
                <a:latin typeface="+mj-lt"/>
              </a:defRPr>
            </a:lvl1pPr>
            <a:lvl2pPr marL="541847" indent="0">
              <a:buNone/>
              <a:defRPr/>
            </a:lvl2pPr>
          </a:lstStyle>
          <a:p>
            <a:pPr lvl="0"/>
            <a:r>
              <a:rPr lang="en-US"/>
              <a:t>Click to edit Master text styles</a:t>
            </a:r>
          </a:p>
        </p:txBody>
      </p:sp>
    </p:spTree>
    <p:extLst>
      <p:ext uri="{BB962C8B-B14F-4D97-AF65-F5344CB8AC3E}">
        <p14:creationId xmlns:p14="http://schemas.microsoft.com/office/powerpoint/2010/main" val="22382575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Title and Content_no bullets">
    <p:spTree>
      <p:nvGrpSpPr>
        <p:cNvPr id="1" name=""/>
        <p:cNvGrpSpPr/>
        <p:nvPr/>
      </p:nvGrpSpPr>
      <p:grpSpPr>
        <a:xfrm>
          <a:off x="0" y="0"/>
          <a:ext cx="0" cy="0"/>
          <a:chOff x="0" y="0"/>
          <a:chExt cx="0" cy="0"/>
        </a:xfrm>
      </p:grpSpPr>
      <p:graphicFrame>
        <p:nvGraphicFramePr>
          <p:cNvPr id="4" name="Object 165" hidden="1"/>
          <p:cNvGraphicFramePr>
            <a:graphicFrameLocks noChangeAspect="1"/>
          </p:cNvGraphicFramePr>
          <p:nvPr>
            <p:custDataLst>
              <p:tags r:id="rId1"/>
            </p:custDataLst>
          </p:nvPr>
        </p:nvGraphicFramePr>
        <p:xfrm>
          <a:off x="2121" y="1593"/>
          <a:ext cx="211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ct 165"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1" y="1593"/>
                        <a:ext cx="211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hidden="1">
            <a:extLst>
              <a:ext uri="{FF2B5EF4-FFF2-40B4-BE49-F238E27FC236}">
                <a16:creationId xmlns:a16="http://schemas.microsoft.com/office/drawing/2014/main" id="{FBE9A356-AD01-4E08-8C14-638B51C17093}"/>
              </a:ext>
            </a:extLst>
          </p:cNvPr>
          <p:cNvSpPr/>
          <p:nvPr userDrawn="1">
            <p:custDataLst>
              <p:tags r:id="rId2"/>
            </p:custDataLst>
          </p:nvPr>
        </p:nvSpPr>
        <p:spPr>
          <a:xfrm>
            <a:off x="0" y="0"/>
            <a:ext cx="140074" cy="14007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471" b="0" i="0" baseline="0">
              <a:latin typeface="Georgia" panose="02040502050405020303" pitchFamily="18" charset="0"/>
              <a:ea typeface="+mj-ea"/>
              <a:cs typeface="+mj-cs"/>
              <a:sym typeface="Georgia" panose="02040502050405020303" pitchFamily="18" charset="0"/>
            </a:endParaRPr>
          </a:p>
        </p:txBody>
      </p:sp>
      <p:sp>
        <p:nvSpPr>
          <p:cNvPr id="9" name="Slide Number Placeholder 9"/>
          <p:cNvSpPr>
            <a:spLocks noGrp="1"/>
          </p:cNvSpPr>
          <p:nvPr>
            <p:ph type="sldNum" sz="quarter" idx="11"/>
          </p:nvPr>
        </p:nvSpPr>
        <p:spPr/>
        <p:txBody>
          <a:bodyPr/>
          <a:lstStyle>
            <a:lvl1pPr>
              <a:defRPr>
                <a:solidFill>
                  <a:schemeClr val="tx1"/>
                </a:solidFill>
              </a:defRPr>
            </a:lvl1pPr>
          </a:lstStyle>
          <a:p>
            <a:fld id="{CC505A18-7493-4301-AAE9-66BAD07E9D12}" type="slidenum">
              <a:rPr lang="en-US" altLang="en-US"/>
              <a:pPr/>
              <a:t>‹#›</a:t>
            </a:fld>
            <a:endParaRPr lang="en-US" altLang="en-US"/>
          </a:p>
        </p:txBody>
      </p:sp>
      <p:sp>
        <p:nvSpPr>
          <p:cNvPr id="10" name="Text Placeholder 2">
            <a:extLst>
              <a:ext uri="{FF2B5EF4-FFF2-40B4-BE49-F238E27FC236}">
                <a16:creationId xmlns:a16="http://schemas.microsoft.com/office/drawing/2014/main" id="{144BD4FC-AF69-4B2F-9D70-E12B62D6E640}"/>
              </a:ext>
            </a:extLst>
          </p:cNvPr>
          <p:cNvSpPr>
            <a:spLocks noGrp="1"/>
          </p:cNvSpPr>
          <p:nvPr>
            <p:ph idx="1"/>
          </p:nvPr>
        </p:nvSpPr>
        <p:spPr bwMode="auto">
          <a:xfrm>
            <a:off x="324131" y="1317629"/>
            <a:ext cx="11243458" cy="138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r>
              <a:rPr lang="en-US" altLang="en-US"/>
              <a:t>Click to add text</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3" name="Picture 11" descr="Picture 50.png">
            <a:extLst>
              <a:ext uri="{FF2B5EF4-FFF2-40B4-BE49-F238E27FC236}">
                <a16:creationId xmlns:a16="http://schemas.microsoft.com/office/drawing/2014/main" id="{27754E91-8C48-4BFB-87BB-4670A45B4481}"/>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324131" y="6196380"/>
            <a:ext cx="522207" cy="45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itle 1">
            <a:extLst>
              <a:ext uri="{FF2B5EF4-FFF2-40B4-BE49-F238E27FC236}">
                <a16:creationId xmlns:a16="http://schemas.microsoft.com/office/drawing/2014/main" id="{68199389-797B-4796-8E82-2661FD18E16B}"/>
              </a:ext>
            </a:extLst>
          </p:cNvPr>
          <p:cNvSpPr>
            <a:spLocks noGrp="1"/>
          </p:cNvSpPr>
          <p:nvPr>
            <p:ph type="title"/>
          </p:nvPr>
        </p:nvSpPr>
        <p:spPr>
          <a:xfrm>
            <a:off x="262688" y="207959"/>
            <a:ext cx="11091673" cy="739590"/>
          </a:xfrm>
          <a:prstGeom prst="rect">
            <a:avLst/>
          </a:prstGeom>
        </p:spPr>
        <p:txBody>
          <a:bodyPr/>
          <a:lstStyle>
            <a:lvl1pPr>
              <a:defRPr sz="2824">
                <a:solidFill>
                  <a:schemeClr val="tx1"/>
                </a:solidFill>
              </a:defRPr>
            </a:lvl1pPr>
          </a:lstStyle>
          <a:p>
            <a:r>
              <a:rPr lang="en-US"/>
              <a:t>Click to edit Master title style</a:t>
            </a:r>
          </a:p>
        </p:txBody>
      </p:sp>
    </p:spTree>
    <p:extLst>
      <p:ext uri="{BB962C8B-B14F-4D97-AF65-F5344CB8AC3E}">
        <p14:creationId xmlns:p14="http://schemas.microsoft.com/office/powerpoint/2010/main" val="445674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Slide Dark Blue Wide">
    <p:bg>
      <p:bgPr>
        <a:solidFill>
          <a:srgbClr val="0A385E"/>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529F1A3-DA06-3597-CF6E-1EC74AA9DC0B}"/>
              </a:ext>
            </a:extLst>
          </p:cNvPr>
          <p:cNvSpPr>
            <a:spLocks noGrp="1"/>
          </p:cNvSpPr>
          <p:nvPr>
            <p:ph type="ctrTitle"/>
          </p:nvPr>
        </p:nvSpPr>
        <p:spPr>
          <a:xfrm>
            <a:off x="406400" y="5000071"/>
            <a:ext cx="11379200" cy="571556"/>
          </a:xfrm>
        </p:spPr>
        <p:txBody>
          <a:bodyPr>
            <a:noAutofit/>
          </a:bodyPr>
          <a:lstStyle>
            <a:lvl1pPr>
              <a:lnSpc>
                <a:spcPct val="100000"/>
              </a:lnSpc>
              <a:defRPr sz="2667" b="0" baseline="0">
                <a:solidFill>
                  <a:schemeClr val="tx1"/>
                </a:solidFill>
                <a:latin typeface="Alda Pro" pitchFamily="50" charset="0"/>
              </a:defRPr>
            </a:lvl1pPr>
          </a:lstStyle>
          <a:p>
            <a:r>
              <a:rPr lang="en-US"/>
              <a:t>Click to edit Master title style</a:t>
            </a:r>
          </a:p>
        </p:txBody>
      </p:sp>
      <p:pic>
        <p:nvPicPr>
          <p:cNvPr id="3" name="Picture 2">
            <a:extLst>
              <a:ext uri="{FF2B5EF4-FFF2-40B4-BE49-F238E27FC236}">
                <a16:creationId xmlns:a16="http://schemas.microsoft.com/office/drawing/2014/main" id="{08429717-203F-9819-30BE-5F4294255F2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2" name="Slide Number Placeholder 9">
            <a:extLst>
              <a:ext uri="{FF2B5EF4-FFF2-40B4-BE49-F238E27FC236}">
                <a16:creationId xmlns:a16="http://schemas.microsoft.com/office/drawing/2014/main" id="{7FB87F42-4A8B-0E59-B080-462B1D774A9A}"/>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31390353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Title Dark Blue Slide">
    <p:bg>
      <p:bgPr>
        <a:solidFill>
          <a:srgbClr val="0A385E"/>
        </a:solidFill>
        <a:effectLst/>
      </p:bgPr>
    </p:bg>
    <p:spTree>
      <p:nvGrpSpPr>
        <p:cNvPr id="1" name=""/>
        <p:cNvGrpSpPr/>
        <p:nvPr/>
      </p:nvGrpSpPr>
      <p:grpSpPr>
        <a:xfrm>
          <a:off x="0" y="0"/>
          <a:ext cx="0" cy="0"/>
          <a:chOff x="0" y="0"/>
          <a:chExt cx="0" cy="0"/>
        </a:xfrm>
      </p:grpSpPr>
      <p:sp>
        <p:nvSpPr>
          <p:cNvPr id="12" name="Title 1"/>
          <p:cNvSpPr>
            <a:spLocks noGrp="1"/>
          </p:cNvSpPr>
          <p:nvPr>
            <p:ph type="ctrTitle"/>
          </p:nvPr>
        </p:nvSpPr>
        <p:spPr>
          <a:xfrm>
            <a:off x="402175" y="3858619"/>
            <a:ext cx="6326400" cy="1116956"/>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13" name="Subtitle 2"/>
          <p:cNvSpPr>
            <a:spLocks noGrp="1"/>
          </p:cNvSpPr>
          <p:nvPr>
            <p:ph type="subTitle" idx="1"/>
          </p:nvPr>
        </p:nvSpPr>
        <p:spPr>
          <a:xfrm>
            <a:off x="406431" y="5155865"/>
            <a:ext cx="6326400" cy="739663"/>
          </a:xfrm>
          <a:prstGeom prst="rect">
            <a:avLst/>
          </a:prstGeom>
        </p:spPr>
        <p:txBody>
          <a:bodyPr rtlCol="0">
            <a:noAutofit/>
          </a:bodyPr>
          <a:lstStyle>
            <a:lvl1pPr marL="0" indent="0" algn="l" defTabSz="1219027" rtl="0" eaLnBrk="1" latinLnBrk="0" hangingPunct="1">
              <a:lnSpc>
                <a:spcPct val="100000"/>
              </a:lnSpc>
              <a:spcBef>
                <a:spcPts val="0"/>
              </a:spcBef>
              <a:buFont typeface="Arial" pitchFamily="34" charset="0"/>
              <a:buNone/>
              <a:defRPr lang="en-US" sz="2400" b="0" kern="1200" baseline="0" dirty="0">
                <a:solidFill>
                  <a:schemeClr val="tx1"/>
                </a:solidFill>
                <a:latin typeface="Effra Pro" panose="020B0603020203020204" pitchFamily="34" charset="0"/>
                <a:ea typeface="+mn-ea"/>
                <a:cs typeface="+mn-cs"/>
              </a:defRPr>
            </a:lvl1pPr>
            <a:lvl2pPr marL="609513" indent="0" algn="ctr">
              <a:buNone/>
              <a:defRPr>
                <a:solidFill>
                  <a:schemeClr val="tx1">
                    <a:tint val="75000"/>
                  </a:schemeClr>
                </a:solidFill>
              </a:defRPr>
            </a:lvl2pPr>
            <a:lvl3pPr marL="1219027" indent="0" algn="ctr">
              <a:buNone/>
              <a:defRPr>
                <a:solidFill>
                  <a:schemeClr val="tx1">
                    <a:tint val="75000"/>
                  </a:schemeClr>
                </a:solidFill>
              </a:defRPr>
            </a:lvl3pPr>
            <a:lvl4pPr marL="1828541" indent="0" algn="ctr">
              <a:buNone/>
              <a:defRPr>
                <a:solidFill>
                  <a:schemeClr val="tx1">
                    <a:tint val="75000"/>
                  </a:schemeClr>
                </a:solidFill>
              </a:defRPr>
            </a:lvl4pPr>
            <a:lvl5pPr marL="2438054" indent="0" algn="ctr">
              <a:buNone/>
              <a:defRPr>
                <a:solidFill>
                  <a:schemeClr val="tx1">
                    <a:tint val="75000"/>
                  </a:schemeClr>
                </a:solidFill>
              </a:defRPr>
            </a:lvl5pPr>
            <a:lvl6pPr marL="3047568" indent="0" algn="ctr">
              <a:buNone/>
              <a:defRPr>
                <a:solidFill>
                  <a:schemeClr val="tx1">
                    <a:tint val="75000"/>
                  </a:schemeClr>
                </a:solidFill>
              </a:defRPr>
            </a:lvl6pPr>
            <a:lvl7pPr marL="3657081" indent="0" algn="ctr">
              <a:buNone/>
              <a:defRPr>
                <a:solidFill>
                  <a:schemeClr val="tx1">
                    <a:tint val="75000"/>
                  </a:schemeClr>
                </a:solidFill>
              </a:defRPr>
            </a:lvl7pPr>
            <a:lvl8pPr marL="4266595" indent="0" algn="ctr">
              <a:buNone/>
              <a:defRPr>
                <a:solidFill>
                  <a:schemeClr val="tx1">
                    <a:tint val="75000"/>
                  </a:schemeClr>
                </a:solidFill>
              </a:defRPr>
            </a:lvl8pPr>
            <a:lvl9pPr marL="4876107" indent="0" algn="ctr">
              <a:buNone/>
              <a:defRPr>
                <a:solidFill>
                  <a:schemeClr val="tx1">
                    <a:tint val="75000"/>
                  </a:schemeClr>
                </a:solidFill>
              </a:defRPr>
            </a:lvl9pPr>
          </a:lstStyle>
          <a:p>
            <a:pPr>
              <a:spcBef>
                <a:spcPct val="0"/>
              </a:spcBef>
            </a:pPr>
            <a:r>
              <a:rPr lang="en-US"/>
              <a:t>Click to edit Master subtitle style</a:t>
            </a:r>
          </a:p>
        </p:txBody>
      </p:sp>
      <p:pic>
        <p:nvPicPr>
          <p:cNvPr id="5" name="Picture 4">
            <a:extLst>
              <a:ext uri="{FF2B5EF4-FFF2-40B4-BE49-F238E27FC236}">
                <a16:creationId xmlns:a16="http://schemas.microsoft.com/office/drawing/2014/main" id="{CF93EB28-CB61-EABD-7783-1B31EC245CF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7" name="Slide Number Placeholder 9">
            <a:extLst>
              <a:ext uri="{FF2B5EF4-FFF2-40B4-BE49-F238E27FC236}">
                <a16:creationId xmlns:a16="http://schemas.microsoft.com/office/drawing/2014/main" id="{57FBE748-16D1-66B8-5DA5-34887D0ADDD5}"/>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17436497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B2D4E4"/>
        </a:solidFill>
        <a:effectLst/>
      </p:bgPr>
    </p:bg>
    <p:spTree>
      <p:nvGrpSpPr>
        <p:cNvPr id="1" name=""/>
        <p:cNvGrpSpPr/>
        <p:nvPr/>
      </p:nvGrpSpPr>
      <p:grpSpPr>
        <a:xfrm>
          <a:off x="0" y="0"/>
          <a:ext cx="0" cy="0"/>
          <a:chOff x="0" y="0"/>
          <a:chExt cx="0" cy="0"/>
        </a:xfrm>
      </p:grpSpPr>
      <p:sp>
        <p:nvSpPr>
          <p:cNvPr id="14" name="Rectangle 13"/>
          <p:cNvSpPr/>
          <p:nvPr userDrawn="1"/>
        </p:nvSpPr>
        <p:spPr>
          <a:xfrm>
            <a:off x="3190240" y="-4642"/>
            <a:ext cx="9001761" cy="5947873"/>
          </a:xfrm>
          <a:prstGeom prst="rect">
            <a:avLst/>
          </a:prstGeom>
          <a:solidFill>
            <a:srgbClr val="0A38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lvl="0" algn="ctr"/>
            <a:endParaRPr lang="en-US"/>
          </a:p>
        </p:txBody>
      </p:sp>
      <p:sp>
        <p:nvSpPr>
          <p:cNvPr id="12" name="Title 1"/>
          <p:cNvSpPr>
            <a:spLocks noGrp="1"/>
          </p:cNvSpPr>
          <p:nvPr>
            <p:ph type="ctrTitle"/>
          </p:nvPr>
        </p:nvSpPr>
        <p:spPr>
          <a:xfrm>
            <a:off x="3434215" y="2797490"/>
            <a:ext cx="8347588" cy="1513487"/>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13" name="Subtitle 2"/>
          <p:cNvSpPr>
            <a:spLocks noGrp="1"/>
          </p:cNvSpPr>
          <p:nvPr>
            <p:ph type="subTitle" idx="1"/>
          </p:nvPr>
        </p:nvSpPr>
        <p:spPr>
          <a:xfrm>
            <a:off x="3434215" y="4969617"/>
            <a:ext cx="8364431" cy="978256"/>
          </a:xfrm>
          <a:prstGeom prst="rect">
            <a:avLst/>
          </a:prstGeom>
        </p:spPr>
        <p:txBody>
          <a:bodyPr rtlCol="0">
            <a:noAutofit/>
          </a:bodyPr>
          <a:lstStyle>
            <a:lvl1pPr marL="0" indent="0" algn="l" defTabSz="1219027" rtl="0" eaLnBrk="1" latinLnBrk="0" hangingPunct="1">
              <a:lnSpc>
                <a:spcPct val="100000"/>
              </a:lnSpc>
              <a:spcBef>
                <a:spcPts val="0"/>
              </a:spcBef>
              <a:buFont typeface="Arial" pitchFamily="34" charset="0"/>
              <a:buNone/>
              <a:defRPr lang="en-US" sz="2400" b="0" kern="1200" baseline="0" dirty="0">
                <a:solidFill>
                  <a:schemeClr val="tx1"/>
                </a:solidFill>
                <a:latin typeface="Effra Pro" panose="020B0603020203020204" pitchFamily="34" charset="0"/>
                <a:ea typeface="+mn-ea"/>
                <a:cs typeface="+mn-cs"/>
              </a:defRPr>
            </a:lvl1pPr>
            <a:lvl2pPr marL="609513" indent="0" algn="ctr">
              <a:buNone/>
              <a:defRPr>
                <a:solidFill>
                  <a:schemeClr val="tx1">
                    <a:tint val="75000"/>
                  </a:schemeClr>
                </a:solidFill>
              </a:defRPr>
            </a:lvl2pPr>
            <a:lvl3pPr marL="1219027" indent="0" algn="ctr">
              <a:buNone/>
              <a:defRPr>
                <a:solidFill>
                  <a:schemeClr val="tx1">
                    <a:tint val="75000"/>
                  </a:schemeClr>
                </a:solidFill>
              </a:defRPr>
            </a:lvl3pPr>
            <a:lvl4pPr marL="1828541" indent="0" algn="ctr">
              <a:buNone/>
              <a:defRPr>
                <a:solidFill>
                  <a:schemeClr val="tx1">
                    <a:tint val="75000"/>
                  </a:schemeClr>
                </a:solidFill>
              </a:defRPr>
            </a:lvl4pPr>
            <a:lvl5pPr marL="2438054" indent="0" algn="ctr">
              <a:buNone/>
              <a:defRPr>
                <a:solidFill>
                  <a:schemeClr val="tx1">
                    <a:tint val="75000"/>
                  </a:schemeClr>
                </a:solidFill>
              </a:defRPr>
            </a:lvl5pPr>
            <a:lvl6pPr marL="3047568" indent="0" algn="ctr">
              <a:buNone/>
              <a:defRPr>
                <a:solidFill>
                  <a:schemeClr val="tx1">
                    <a:tint val="75000"/>
                  </a:schemeClr>
                </a:solidFill>
              </a:defRPr>
            </a:lvl6pPr>
            <a:lvl7pPr marL="3657081" indent="0" algn="ctr">
              <a:buNone/>
              <a:defRPr>
                <a:solidFill>
                  <a:schemeClr val="tx1">
                    <a:tint val="75000"/>
                  </a:schemeClr>
                </a:solidFill>
              </a:defRPr>
            </a:lvl7pPr>
            <a:lvl8pPr marL="4266595" indent="0" algn="ctr">
              <a:buNone/>
              <a:defRPr>
                <a:solidFill>
                  <a:schemeClr val="tx1">
                    <a:tint val="75000"/>
                  </a:schemeClr>
                </a:solidFill>
              </a:defRPr>
            </a:lvl8pPr>
            <a:lvl9pPr marL="4876107" indent="0" algn="ctr">
              <a:buNone/>
              <a:defRPr>
                <a:solidFill>
                  <a:schemeClr val="tx1">
                    <a:tint val="75000"/>
                  </a:schemeClr>
                </a:solidFill>
              </a:defRPr>
            </a:lvl9pPr>
          </a:lstStyle>
          <a:p>
            <a:pPr>
              <a:spcBef>
                <a:spcPct val="0"/>
              </a:spcBef>
            </a:pPr>
            <a:r>
              <a:rPr lang="en-US"/>
              <a:t>Click to edit Master subtitle style</a:t>
            </a:r>
          </a:p>
        </p:txBody>
      </p:sp>
      <p:pic>
        <p:nvPicPr>
          <p:cNvPr id="11" name="Picture 10">
            <a:extLst>
              <a:ext uri="{FF2B5EF4-FFF2-40B4-BE49-F238E27FC236}">
                <a16:creationId xmlns:a16="http://schemas.microsoft.com/office/drawing/2014/main" id="{560BF22C-E590-CD41-770E-F562BAFB8963}"/>
              </a:ext>
            </a:extLst>
          </p:cNvPr>
          <p:cNvPicPr>
            <a:picLocks noChangeAspect="1"/>
          </p:cNvPicPr>
          <p:nvPr userDrawn="1"/>
        </p:nvPicPr>
        <p:blipFill>
          <a:blip r:embed="rId2">
            <a:extLst>
              <a:ext uri="{28A0092B-C50C-407E-A947-70E740481C1C}">
                <a14:useLocalDpi xmlns:a14="http://schemas.microsoft.com/office/drawing/2010/main" val="0"/>
              </a:ext>
            </a:extLst>
          </a:blip>
          <a:srcRect r="10497" b="34616"/>
          <a:stretch/>
        </p:blipFill>
        <p:spPr>
          <a:xfrm>
            <a:off x="393354" y="2815963"/>
            <a:ext cx="2587352" cy="750197"/>
          </a:xfrm>
          <a:prstGeom prst="rect">
            <a:avLst/>
          </a:prstGeom>
        </p:spPr>
      </p:pic>
      <p:sp>
        <p:nvSpPr>
          <p:cNvPr id="4" name="Slide Number Placeholder 9">
            <a:extLst>
              <a:ext uri="{FF2B5EF4-FFF2-40B4-BE49-F238E27FC236}">
                <a16:creationId xmlns:a16="http://schemas.microsoft.com/office/drawing/2014/main" id="{D4598611-5951-1A4D-5809-B18CC94CF289}"/>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20625334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Wide">
    <p:bg>
      <p:bgPr>
        <a:solidFill>
          <a:schemeClr val="tx1"/>
        </a:solidFill>
        <a:effectLst/>
      </p:bgPr>
    </p:bg>
    <p:spTree>
      <p:nvGrpSpPr>
        <p:cNvPr id="1" name=""/>
        <p:cNvGrpSpPr/>
        <p:nvPr/>
      </p:nvGrpSpPr>
      <p:grpSpPr>
        <a:xfrm>
          <a:off x="0" y="0"/>
          <a:ext cx="0" cy="0"/>
          <a:chOff x="0" y="0"/>
          <a:chExt cx="0" cy="0"/>
        </a:xfrm>
      </p:grpSpPr>
      <p:sp>
        <p:nvSpPr>
          <p:cNvPr id="14" name="Rectangle 13"/>
          <p:cNvSpPr/>
          <p:nvPr userDrawn="1"/>
        </p:nvSpPr>
        <p:spPr>
          <a:xfrm>
            <a:off x="0" y="1"/>
            <a:ext cx="12192000" cy="5943598"/>
          </a:xfrm>
          <a:prstGeom prst="rect">
            <a:avLst/>
          </a:prstGeom>
          <a:solidFill>
            <a:srgbClr val="0A38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lvl="0" algn="ctr"/>
            <a:endParaRPr lang="en-US"/>
          </a:p>
        </p:txBody>
      </p:sp>
      <p:sp>
        <p:nvSpPr>
          <p:cNvPr id="12" name="Title 1"/>
          <p:cNvSpPr>
            <a:spLocks noGrp="1"/>
          </p:cNvSpPr>
          <p:nvPr>
            <p:ph type="ctrTitle"/>
          </p:nvPr>
        </p:nvSpPr>
        <p:spPr>
          <a:xfrm>
            <a:off x="406400" y="2961803"/>
            <a:ext cx="5689600" cy="1731575"/>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9" name="Rectangle 8">
            <a:extLst>
              <a:ext uri="{FF2B5EF4-FFF2-40B4-BE49-F238E27FC236}">
                <a16:creationId xmlns:a16="http://schemas.microsoft.com/office/drawing/2014/main" id="{9AD69C26-6051-E69B-97F3-5D15868C56E3}"/>
              </a:ext>
            </a:extLst>
          </p:cNvPr>
          <p:cNvSpPr/>
          <p:nvPr userDrawn="1"/>
        </p:nvSpPr>
        <p:spPr bwMode="ltGray">
          <a:xfrm>
            <a:off x="0" y="-4790"/>
            <a:ext cx="12192000" cy="1402080"/>
          </a:xfrm>
          <a:prstGeom prst="rect">
            <a:avLst/>
          </a:prstGeom>
          <a:solidFill>
            <a:srgbClr val="B2D4E4"/>
          </a:solidFill>
          <a:ln w="12700" cap="flat" cmpd="sng" algn="ctr">
            <a:noFill/>
            <a:prstDash val="solid"/>
            <a:round/>
            <a:headEnd type="none" w="sm" len="sm"/>
            <a:tailEnd type="none" w="sm" len="sm"/>
          </a:ln>
        </p:spPr>
        <p:txBody>
          <a:bodyPr rtlCol="0" anchor="ctr"/>
          <a:lstStyle/>
          <a:p>
            <a:pPr algn="ctr"/>
            <a:endParaRPr lang="en-US">
              <a:latin typeface="+mj-lt"/>
            </a:endParaRPr>
          </a:p>
        </p:txBody>
      </p:sp>
      <p:sp>
        <p:nvSpPr>
          <p:cNvPr id="13" name="Subtitle 2"/>
          <p:cNvSpPr>
            <a:spLocks noGrp="1"/>
          </p:cNvSpPr>
          <p:nvPr>
            <p:ph type="subTitle" idx="1"/>
          </p:nvPr>
        </p:nvSpPr>
        <p:spPr>
          <a:xfrm>
            <a:off x="406399" y="5333179"/>
            <a:ext cx="5689601" cy="638863"/>
          </a:xfrm>
          <a:prstGeom prst="rect">
            <a:avLst/>
          </a:prstGeom>
        </p:spPr>
        <p:txBody>
          <a:bodyPr rtlCol="0">
            <a:noAutofit/>
          </a:bodyPr>
          <a:lstStyle>
            <a:lvl1pPr marL="0" indent="0" algn="l" defTabSz="1219027" rtl="0" eaLnBrk="1" latinLnBrk="0" hangingPunct="1">
              <a:lnSpc>
                <a:spcPct val="100000"/>
              </a:lnSpc>
              <a:spcBef>
                <a:spcPts val="0"/>
              </a:spcBef>
              <a:buFont typeface="Arial" pitchFamily="34" charset="0"/>
              <a:buNone/>
              <a:defRPr lang="en-US" sz="2400" b="0" kern="1200" baseline="0" dirty="0">
                <a:solidFill>
                  <a:schemeClr val="tx1"/>
                </a:solidFill>
                <a:latin typeface="Effra Pro" panose="020B0603020203020204" pitchFamily="34" charset="0"/>
                <a:ea typeface="+mn-ea"/>
                <a:cs typeface="+mn-cs"/>
              </a:defRPr>
            </a:lvl1pPr>
            <a:lvl2pPr marL="609513" indent="0" algn="ctr">
              <a:buNone/>
              <a:defRPr>
                <a:solidFill>
                  <a:schemeClr val="tx1">
                    <a:tint val="75000"/>
                  </a:schemeClr>
                </a:solidFill>
              </a:defRPr>
            </a:lvl2pPr>
            <a:lvl3pPr marL="1219027" indent="0" algn="ctr">
              <a:buNone/>
              <a:defRPr>
                <a:solidFill>
                  <a:schemeClr val="tx1">
                    <a:tint val="75000"/>
                  </a:schemeClr>
                </a:solidFill>
              </a:defRPr>
            </a:lvl3pPr>
            <a:lvl4pPr marL="1828541" indent="0" algn="ctr">
              <a:buNone/>
              <a:defRPr>
                <a:solidFill>
                  <a:schemeClr val="tx1">
                    <a:tint val="75000"/>
                  </a:schemeClr>
                </a:solidFill>
              </a:defRPr>
            </a:lvl4pPr>
            <a:lvl5pPr marL="2438054" indent="0" algn="ctr">
              <a:buNone/>
              <a:defRPr>
                <a:solidFill>
                  <a:schemeClr val="tx1">
                    <a:tint val="75000"/>
                  </a:schemeClr>
                </a:solidFill>
              </a:defRPr>
            </a:lvl5pPr>
            <a:lvl6pPr marL="3047568" indent="0" algn="ctr">
              <a:buNone/>
              <a:defRPr>
                <a:solidFill>
                  <a:schemeClr val="tx1">
                    <a:tint val="75000"/>
                  </a:schemeClr>
                </a:solidFill>
              </a:defRPr>
            </a:lvl6pPr>
            <a:lvl7pPr marL="3657081" indent="0" algn="ctr">
              <a:buNone/>
              <a:defRPr>
                <a:solidFill>
                  <a:schemeClr val="tx1">
                    <a:tint val="75000"/>
                  </a:schemeClr>
                </a:solidFill>
              </a:defRPr>
            </a:lvl7pPr>
            <a:lvl8pPr marL="4266595" indent="0" algn="ctr">
              <a:buNone/>
              <a:defRPr>
                <a:solidFill>
                  <a:schemeClr val="tx1">
                    <a:tint val="75000"/>
                  </a:schemeClr>
                </a:solidFill>
              </a:defRPr>
            </a:lvl8pPr>
            <a:lvl9pPr marL="4876107" indent="0" algn="ctr">
              <a:buNone/>
              <a:defRPr>
                <a:solidFill>
                  <a:schemeClr val="tx1">
                    <a:tint val="75000"/>
                  </a:schemeClr>
                </a:solidFill>
              </a:defRPr>
            </a:lvl9pPr>
          </a:lstStyle>
          <a:p>
            <a:pPr>
              <a:spcBef>
                <a:spcPct val="0"/>
              </a:spcBef>
            </a:pPr>
            <a:r>
              <a:rPr lang="en-US"/>
              <a:t>Click to edit Master subtitle style</a:t>
            </a:r>
          </a:p>
        </p:txBody>
      </p:sp>
      <p:pic>
        <p:nvPicPr>
          <p:cNvPr id="7" name="Picture 6">
            <a:extLst>
              <a:ext uri="{FF2B5EF4-FFF2-40B4-BE49-F238E27FC236}">
                <a16:creationId xmlns:a16="http://schemas.microsoft.com/office/drawing/2014/main" id="{3E0E7A41-F85E-9A9B-3A81-8CE2969AF316}"/>
              </a:ext>
            </a:extLst>
          </p:cNvPr>
          <p:cNvPicPr>
            <a:picLocks noChangeAspect="1"/>
          </p:cNvPicPr>
          <p:nvPr userDrawn="1"/>
        </p:nvPicPr>
        <p:blipFill>
          <a:blip r:embed="rId2">
            <a:extLst>
              <a:ext uri="{28A0092B-C50C-407E-A947-70E740481C1C}">
                <a14:useLocalDpi xmlns:a14="http://schemas.microsoft.com/office/drawing/2010/main" val="0"/>
              </a:ext>
            </a:extLst>
          </a:blip>
          <a:srcRect r="10497" b="34616"/>
          <a:stretch/>
        </p:blipFill>
        <p:spPr>
          <a:xfrm>
            <a:off x="393354" y="321151"/>
            <a:ext cx="2587352" cy="750197"/>
          </a:xfrm>
          <a:prstGeom prst="rect">
            <a:avLst/>
          </a:prstGeom>
        </p:spPr>
      </p:pic>
      <p:sp>
        <p:nvSpPr>
          <p:cNvPr id="8" name="Slide Number Placeholder 9">
            <a:extLst>
              <a:ext uri="{FF2B5EF4-FFF2-40B4-BE49-F238E27FC236}">
                <a16:creationId xmlns:a16="http://schemas.microsoft.com/office/drawing/2014/main" id="{0322EDC3-59BE-4CD6-BD47-7AF1E4B33E2F}"/>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18543347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Slide Wide">
    <p:bg>
      <p:bgPr>
        <a:solidFill>
          <a:schemeClr val="tx1"/>
        </a:solidFill>
        <a:effectLst/>
      </p:bgPr>
    </p:bg>
    <p:spTree>
      <p:nvGrpSpPr>
        <p:cNvPr id="1" name=""/>
        <p:cNvGrpSpPr/>
        <p:nvPr/>
      </p:nvGrpSpPr>
      <p:grpSpPr>
        <a:xfrm>
          <a:off x="0" y="0"/>
          <a:ext cx="0" cy="0"/>
          <a:chOff x="0" y="0"/>
          <a:chExt cx="0" cy="0"/>
        </a:xfrm>
      </p:grpSpPr>
      <p:sp>
        <p:nvSpPr>
          <p:cNvPr id="14" name="Rectangle 13"/>
          <p:cNvSpPr/>
          <p:nvPr userDrawn="1"/>
        </p:nvSpPr>
        <p:spPr>
          <a:xfrm>
            <a:off x="0" y="1"/>
            <a:ext cx="12192000" cy="5943598"/>
          </a:xfrm>
          <a:prstGeom prst="rect">
            <a:avLst/>
          </a:prstGeom>
          <a:solidFill>
            <a:srgbClr val="0A38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lvl="0" algn="ctr"/>
            <a:endParaRPr lang="en-US"/>
          </a:p>
        </p:txBody>
      </p:sp>
      <p:sp>
        <p:nvSpPr>
          <p:cNvPr id="12" name="Title 1"/>
          <p:cNvSpPr>
            <a:spLocks noGrp="1"/>
          </p:cNvSpPr>
          <p:nvPr>
            <p:ph type="ctrTitle"/>
          </p:nvPr>
        </p:nvSpPr>
        <p:spPr>
          <a:xfrm>
            <a:off x="406400" y="2961803"/>
            <a:ext cx="5689600" cy="1731575"/>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13" name="Subtitle 2"/>
          <p:cNvSpPr>
            <a:spLocks noGrp="1"/>
          </p:cNvSpPr>
          <p:nvPr>
            <p:ph type="subTitle" idx="1"/>
          </p:nvPr>
        </p:nvSpPr>
        <p:spPr>
          <a:xfrm>
            <a:off x="406399" y="5333179"/>
            <a:ext cx="5689601" cy="638863"/>
          </a:xfrm>
          <a:prstGeom prst="rect">
            <a:avLst/>
          </a:prstGeom>
        </p:spPr>
        <p:txBody>
          <a:bodyPr rtlCol="0">
            <a:noAutofit/>
          </a:bodyPr>
          <a:lstStyle>
            <a:lvl1pPr marL="0" indent="0" algn="l" defTabSz="1219027" rtl="0" eaLnBrk="1" latinLnBrk="0" hangingPunct="1">
              <a:lnSpc>
                <a:spcPct val="100000"/>
              </a:lnSpc>
              <a:spcBef>
                <a:spcPts val="0"/>
              </a:spcBef>
              <a:buFont typeface="Arial" pitchFamily="34" charset="0"/>
              <a:buNone/>
              <a:defRPr lang="en-US" sz="2400" b="0" kern="1200" baseline="0" dirty="0">
                <a:solidFill>
                  <a:schemeClr val="tx1"/>
                </a:solidFill>
                <a:latin typeface="Effra Pro" panose="020B0603020203020204" pitchFamily="34" charset="0"/>
                <a:ea typeface="+mn-ea"/>
                <a:cs typeface="+mn-cs"/>
              </a:defRPr>
            </a:lvl1pPr>
            <a:lvl2pPr marL="609513" indent="0" algn="ctr">
              <a:buNone/>
              <a:defRPr>
                <a:solidFill>
                  <a:schemeClr val="tx1">
                    <a:tint val="75000"/>
                  </a:schemeClr>
                </a:solidFill>
              </a:defRPr>
            </a:lvl2pPr>
            <a:lvl3pPr marL="1219027" indent="0" algn="ctr">
              <a:buNone/>
              <a:defRPr>
                <a:solidFill>
                  <a:schemeClr val="tx1">
                    <a:tint val="75000"/>
                  </a:schemeClr>
                </a:solidFill>
              </a:defRPr>
            </a:lvl3pPr>
            <a:lvl4pPr marL="1828541" indent="0" algn="ctr">
              <a:buNone/>
              <a:defRPr>
                <a:solidFill>
                  <a:schemeClr val="tx1">
                    <a:tint val="75000"/>
                  </a:schemeClr>
                </a:solidFill>
              </a:defRPr>
            </a:lvl4pPr>
            <a:lvl5pPr marL="2438054" indent="0" algn="ctr">
              <a:buNone/>
              <a:defRPr>
                <a:solidFill>
                  <a:schemeClr val="tx1">
                    <a:tint val="75000"/>
                  </a:schemeClr>
                </a:solidFill>
              </a:defRPr>
            </a:lvl5pPr>
            <a:lvl6pPr marL="3047568" indent="0" algn="ctr">
              <a:buNone/>
              <a:defRPr>
                <a:solidFill>
                  <a:schemeClr val="tx1">
                    <a:tint val="75000"/>
                  </a:schemeClr>
                </a:solidFill>
              </a:defRPr>
            </a:lvl6pPr>
            <a:lvl7pPr marL="3657081" indent="0" algn="ctr">
              <a:buNone/>
              <a:defRPr>
                <a:solidFill>
                  <a:schemeClr val="tx1">
                    <a:tint val="75000"/>
                  </a:schemeClr>
                </a:solidFill>
              </a:defRPr>
            </a:lvl7pPr>
            <a:lvl8pPr marL="4266595" indent="0" algn="ctr">
              <a:buNone/>
              <a:defRPr>
                <a:solidFill>
                  <a:schemeClr val="tx1">
                    <a:tint val="75000"/>
                  </a:schemeClr>
                </a:solidFill>
              </a:defRPr>
            </a:lvl8pPr>
            <a:lvl9pPr marL="4876107" indent="0" algn="ctr">
              <a:buNone/>
              <a:defRPr>
                <a:solidFill>
                  <a:schemeClr val="tx1">
                    <a:tint val="75000"/>
                  </a:schemeClr>
                </a:solidFill>
              </a:defRPr>
            </a:lvl9pPr>
          </a:lstStyle>
          <a:p>
            <a:pPr>
              <a:spcBef>
                <a:spcPct val="0"/>
              </a:spcBef>
            </a:pPr>
            <a:r>
              <a:rPr lang="en-US"/>
              <a:t>Click to edit Master subtitle style</a:t>
            </a:r>
          </a:p>
        </p:txBody>
      </p:sp>
      <p:sp>
        <p:nvSpPr>
          <p:cNvPr id="6" name="Slide Number Placeholder 9">
            <a:extLst>
              <a:ext uri="{FF2B5EF4-FFF2-40B4-BE49-F238E27FC236}">
                <a16:creationId xmlns:a16="http://schemas.microsoft.com/office/drawing/2014/main" id="{B1176B13-09C8-3B21-A31C-B5BDD08FB3A4}"/>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33119002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mp; Content Light Blue">
    <p:bg>
      <p:bgPr>
        <a:solidFill>
          <a:srgbClr val="B2D4E4">
            <a:alpha val="6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711748" cy="682752"/>
          </a:xfrm>
        </p:spPr>
        <p:txBody>
          <a:bodyPr/>
          <a:lstStyle>
            <a:lvl1pPr>
              <a:defRPr>
                <a:solidFill>
                  <a:srgbClr val="0A3C53"/>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bg1"/>
                </a:solidFill>
                <a:latin typeface="Effra Pro" panose="020B0603020203020204" pitchFamily="34" charset="0"/>
              </a:defRPr>
            </a:lvl1pPr>
            <a:lvl2pPr>
              <a:defRPr sz="2400">
                <a:solidFill>
                  <a:schemeClr val="bg1"/>
                </a:solidFill>
                <a:latin typeface="Effra Pro" panose="020B0603020203020204" pitchFamily="34" charset="0"/>
              </a:defRPr>
            </a:lvl2pPr>
            <a:lvl3pPr>
              <a:defRPr sz="2133">
                <a:solidFill>
                  <a:schemeClr val="bg1"/>
                </a:solidFill>
                <a:latin typeface="Effra Pro" panose="020B0603020203020204" pitchFamily="34" charset="0"/>
              </a:defRPr>
            </a:lvl3pPr>
            <a:lvl4pPr>
              <a:defRPr sz="2133">
                <a:solidFill>
                  <a:schemeClr val="bg1"/>
                </a:solidFill>
                <a:latin typeface="Effra Pro" panose="020B0603020203020204" pitchFamily="34" charset="0"/>
              </a:defRPr>
            </a:lvl4pPr>
            <a:lvl5pPr>
              <a:defRPr sz="2133">
                <a:solidFill>
                  <a:schemeClr val="bg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0">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pic>
        <p:nvPicPr>
          <p:cNvPr id="7" name="Picture 6">
            <a:extLst>
              <a:ext uri="{FF2B5EF4-FFF2-40B4-BE49-F238E27FC236}">
                <a16:creationId xmlns:a16="http://schemas.microsoft.com/office/drawing/2014/main" id="{4392E763-E60E-9E58-E254-A340D9AC469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8" name="Slide Number Placeholder 9">
            <a:extLst>
              <a:ext uri="{FF2B5EF4-FFF2-40B4-BE49-F238E27FC236}">
                <a16:creationId xmlns:a16="http://schemas.microsoft.com/office/drawing/2014/main" id="{44564012-EF65-C3B5-243A-7BAEEF497E91}"/>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11540851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mp; Content Dark Blue">
    <p:bg>
      <p:bgPr>
        <a:solidFill>
          <a:srgbClr val="0A385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700990" cy="682752"/>
          </a:xfrm>
        </p:spPr>
        <p:txBody>
          <a:bodyPr/>
          <a:lstStyle>
            <a:lvl1pPr>
              <a:defRPr>
                <a:solidFill>
                  <a:schemeClr val="tx1"/>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tx1"/>
                </a:solidFill>
                <a:latin typeface="Effra Pro" panose="020B0603020203020204" pitchFamily="34" charset="0"/>
              </a:defRPr>
            </a:lvl1pPr>
            <a:lvl2pPr>
              <a:defRPr sz="2400">
                <a:solidFill>
                  <a:schemeClr val="tx1"/>
                </a:solidFill>
                <a:latin typeface="Effra Pro" panose="020B0603020203020204" pitchFamily="34" charset="0"/>
              </a:defRPr>
            </a:lvl2pPr>
            <a:lvl3pPr>
              <a:defRPr sz="2133">
                <a:solidFill>
                  <a:schemeClr val="tx1"/>
                </a:solidFill>
                <a:latin typeface="Effra Pro" panose="020B0603020203020204" pitchFamily="34" charset="0"/>
              </a:defRPr>
            </a:lvl3pPr>
            <a:lvl4pPr>
              <a:defRPr sz="2133">
                <a:solidFill>
                  <a:schemeClr val="tx1"/>
                </a:solidFill>
                <a:latin typeface="Effra Pro" panose="020B0603020203020204" pitchFamily="34" charset="0"/>
              </a:defRPr>
            </a:lvl4pPr>
            <a:lvl5pPr>
              <a:defRPr sz="2133">
                <a:solidFill>
                  <a:schemeClr val="tx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0">
                <a:solidFill>
                  <a:schemeClr val="tx1"/>
                </a:solidFill>
                <a:latin typeface="Effra Pro" panose="020B0603020203020204" pitchFamily="34" charset="0"/>
              </a:defRPr>
            </a:lvl1pPr>
            <a:lvl2pPr marL="609585" indent="0">
              <a:buNone/>
              <a:defRPr/>
            </a:lvl2pPr>
          </a:lstStyle>
          <a:p>
            <a:pPr lvl="0"/>
            <a:r>
              <a:rPr lang="en-US"/>
              <a:t>Click to edit Master text styles</a:t>
            </a:r>
          </a:p>
        </p:txBody>
      </p:sp>
      <p:pic>
        <p:nvPicPr>
          <p:cNvPr id="5" name="Picture 4">
            <a:extLst>
              <a:ext uri="{FF2B5EF4-FFF2-40B4-BE49-F238E27FC236}">
                <a16:creationId xmlns:a16="http://schemas.microsoft.com/office/drawing/2014/main" id="{8E7A8901-5243-6781-8EA3-2793C17DF11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8" name="Slide Number Placeholder 9">
            <a:extLst>
              <a:ext uri="{FF2B5EF4-FFF2-40B4-BE49-F238E27FC236}">
                <a16:creationId xmlns:a16="http://schemas.microsoft.com/office/drawing/2014/main" id="{8E05AFB5-0431-BC7F-88C7-D53F05357F71}"/>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33249159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mp; Content Whit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776294" cy="682752"/>
          </a:xfrm>
        </p:spPr>
        <p:txBody>
          <a:bodyPr/>
          <a:lstStyle>
            <a:lvl1pPr>
              <a:defRPr>
                <a:solidFill>
                  <a:srgbClr val="0A3C53"/>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bg1"/>
                </a:solidFill>
                <a:latin typeface="Effra Pro" panose="020B0603020203020204" pitchFamily="34" charset="0"/>
              </a:defRPr>
            </a:lvl1pPr>
            <a:lvl2pPr>
              <a:defRPr sz="2400">
                <a:solidFill>
                  <a:schemeClr val="bg1"/>
                </a:solidFill>
                <a:latin typeface="Effra Pro" panose="020B0603020203020204" pitchFamily="34" charset="0"/>
              </a:defRPr>
            </a:lvl2pPr>
            <a:lvl3pPr>
              <a:defRPr sz="2133">
                <a:solidFill>
                  <a:schemeClr val="bg1"/>
                </a:solidFill>
                <a:latin typeface="Effra Pro" panose="020B0603020203020204" pitchFamily="34" charset="0"/>
              </a:defRPr>
            </a:lvl3pPr>
            <a:lvl4pPr>
              <a:defRPr sz="2133">
                <a:solidFill>
                  <a:schemeClr val="bg1"/>
                </a:solidFill>
                <a:latin typeface="Effra Pro" panose="020B0603020203020204" pitchFamily="34" charset="0"/>
              </a:defRPr>
            </a:lvl4pPr>
            <a:lvl5pPr>
              <a:defRPr sz="2133">
                <a:solidFill>
                  <a:schemeClr val="bg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0">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pic>
        <p:nvPicPr>
          <p:cNvPr id="5" name="Picture 4">
            <a:extLst>
              <a:ext uri="{FF2B5EF4-FFF2-40B4-BE49-F238E27FC236}">
                <a16:creationId xmlns:a16="http://schemas.microsoft.com/office/drawing/2014/main" id="{19C50BC6-FD00-02B4-6E71-FD0EAC03CA9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8" name="Slide Number Placeholder 9">
            <a:extLst>
              <a:ext uri="{FF2B5EF4-FFF2-40B4-BE49-F238E27FC236}">
                <a16:creationId xmlns:a16="http://schemas.microsoft.com/office/drawing/2014/main" id="{59F8E0B5-AAB1-ECD7-ED95-812C1E0CA7D2}"/>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30327608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0A385E"/>
        </a:solidFill>
        <a:effectLst/>
      </p:bgPr>
    </p:bg>
    <p:spTree>
      <p:nvGrpSpPr>
        <p:cNvPr id="1" name=""/>
        <p:cNvGrpSpPr/>
        <p:nvPr/>
      </p:nvGrpSpPr>
      <p:grpSpPr>
        <a:xfrm>
          <a:off x="0" y="0"/>
          <a:ext cx="0" cy="0"/>
          <a:chOff x="0" y="0"/>
          <a:chExt cx="0" cy="0"/>
        </a:xfrm>
      </p:grpSpPr>
      <p:sp>
        <p:nvSpPr>
          <p:cNvPr id="5" name="Title 1"/>
          <p:cNvSpPr>
            <a:spLocks noGrp="1"/>
          </p:cNvSpPr>
          <p:nvPr>
            <p:ph type="title"/>
          </p:nvPr>
        </p:nvSpPr>
        <p:spPr>
          <a:xfrm>
            <a:off x="406401" y="3145417"/>
            <a:ext cx="4310879" cy="1252820"/>
          </a:xfrm>
        </p:spPr>
        <p:txBody>
          <a:bodyPr anchor="t" anchorCtr="0">
            <a:noAutofit/>
          </a:bodyPr>
          <a:lstStyle>
            <a:lvl1pPr algn="l">
              <a:lnSpc>
                <a:spcPct val="100000"/>
              </a:lnSpc>
              <a:defRPr sz="3200" b="0" cap="none">
                <a:solidFill>
                  <a:schemeClr val="tx1"/>
                </a:solidFill>
                <a:latin typeface="Alda Pro" pitchFamily="50" charset="0"/>
              </a:defRPr>
            </a:lvl1pPr>
          </a:lstStyle>
          <a:p>
            <a:r>
              <a:rPr lang="en-US"/>
              <a:t>Click to edit Master title style</a:t>
            </a:r>
          </a:p>
        </p:txBody>
      </p:sp>
      <p:sp>
        <p:nvSpPr>
          <p:cNvPr id="2" name="Rectangle 1">
            <a:extLst>
              <a:ext uri="{FF2B5EF4-FFF2-40B4-BE49-F238E27FC236}">
                <a16:creationId xmlns:a16="http://schemas.microsoft.com/office/drawing/2014/main" id="{B6E53E59-C874-5438-DA93-2459D6CC55C6}"/>
              </a:ext>
            </a:extLst>
          </p:cNvPr>
          <p:cNvSpPr/>
          <p:nvPr userDrawn="1"/>
        </p:nvSpPr>
        <p:spPr bwMode="ltGray">
          <a:xfrm>
            <a:off x="406398" y="0"/>
            <a:ext cx="11785601" cy="1252820"/>
          </a:xfrm>
          <a:prstGeom prst="rect">
            <a:avLst/>
          </a:prstGeom>
          <a:solidFill>
            <a:srgbClr val="B2D4E4"/>
          </a:solidFill>
          <a:ln w="12700" cap="flat" cmpd="sng" algn="ctr">
            <a:noFill/>
            <a:prstDash val="solid"/>
            <a:round/>
            <a:headEnd type="none" w="sm" len="sm"/>
            <a:tailEnd type="none" w="sm" len="sm"/>
          </a:ln>
        </p:spPr>
        <p:txBody>
          <a:bodyPr rtlCol="0" anchor="ctr"/>
          <a:lstStyle/>
          <a:p>
            <a:pPr algn="ctr"/>
            <a:endParaRPr lang="en-US">
              <a:latin typeface="+mj-lt"/>
            </a:endParaRPr>
          </a:p>
        </p:txBody>
      </p:sp>
      <p:pic>
        <p:nvPicPr>
          <p:cNvPr id="9" name="Picture 8">
            <a:extLst>
              <a:ext uri="{FF2B5EF4-FFF2-40B4-BE49-F238E27FC236}">
                <a16:creationId xmlns:a16="http://schemas.microsoft.com/office/drawing/2014/main" id="{BFDE725F-BC5F-2C58-8AF7-FB8FA431157F}"/>
              </a:ext>
            </a:extLst>
          </p:cNvPr>
          <p:cNvPicPr>
            <a:picLocks noChangeAspect="1"/>
          </p:cNvPicPr>
          <p:nvPr userDrawn="1"/>
        </p:nvPicPr>
        <p:blipFill>
          <a:blip r:embed="rId2">
            <a:extLst>
              <a:ext uri="{28A0092B-C50C-407E-A947-70E740481C1C}">
                <a14:useLocalDpi xmlns:a14="http://schemas.microsoft.com/office/drawing/2010/main" val="0"/>
              </a:ext>
            </a:extLst>
          </a:blip>
          <a:srcRect r="10497" b="34616"/>
          <a:stretch/>
        </p:blipFill>
        <p:spPr>
          <a:xfrm>
            <a:off x="576234" y="321151"/>
            <a:ext cx="2587352" cy="750197"/>
          </a:xfrm>
          <a:prstGeom prst="rect">
            <a:avLst/>
          </a:prstGeom>
        </p:spPr>
      </p:pic>
      <p:sp>
        <p:nvSpPr>
          <p:cNvPr id="10" name="Slide Number Placeholder 9">
            <a:extLst>
              <a:ext uri="{FF2B5EF4-FFF2-40B4-BE49-F238E27FC236}">
                <a16:creationId xmlns:a16="http://schemas.microsoft.com/office/drawing/2014/main" id="{92A0F152-0700-0AB3-3C96-652385465750}"/>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2048738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Section Header">
    <p:bg>
      <p:bgPr>
        <a:solidFill>
          <a:srgbClr val="0A385E"/>
        </a:solidFill>
        <a:effectLst/>
      </p:bgPr>
    </p:bg>
    <p:spTree>
      <p:nvGrpSpPr>
        <p:cNvPr id="1" name=""/>
        <p:cNvGrpSpPr/>
        <p:nvPr/>
      </p:nvGrpSpPr>
      <p:grpSpPr>
        <a:xfrm>
          <a:off x="0" y="0"/>
          <a:ext cx="0" cy="0"/>
          <a:chOff x="0" y="0"/>
          <a:chExt cx="0" cy="0"/>
        </a:xfrm>
      </p:grpSpPr>
      <p:sp>
        <p:nvSpPr>
          <p:cNvPr id="5" name="Title 1"/>
          <p:cNvSpPr>
            <a:spLocks noGrp="1"/>
          </p:cNvSpPr>
          <p:nvPr>
            <p:ph type="title"/>
          </p:nvPr>
        </p:nvSpPr>
        <p:spPr>
          <a:xfrm>
            <a:off x="406401" y="3145417"/>
            <a:ext cx="4310879" cy="1252820"/>
          </a:xfrm>
        </p:spPr>
        <p:txBody>
          <a:bodyPr anchor="t" anchorCtr="0">
            <a:noAutofit/>
          </a:bodyPr>
          <a:lstStyle>
            <a:lvl1pPr algn="l">
              <a:lnSpc>
                <a:spcPct val="100000"/>
              </a:lnSpc>
              <a:defRPr sz="3200" b="0" cap="none">
                <a:solidFill>
                  <a:schemeClr val="tx1"/>
                </a:solidFill>
                <a:latin typeface="Alda Pro" pitchFamily="50" charset="0"/>
              </a:defRPr>
            </a:lvl1pPr>
          </a:lstStyle>
          <a:p>
            <a:r>
              <a:rPr lang="en-US"/>
              <a:t>Click to edit Master title style</a:t>
            </a:r>
          </a:p>
        </p:txBody>
      </p:sp>
      <p:pic>
        <p:nvPicPr>
          <p:cNvPr id="7" name="Picture 6">
            <a:extLst>
              <a:ext uri="{FF2B5EF4-FFF2-40B4-BE49-F238E27FC236}">
                <a16:creationId xmlns:a16="http://schemas.microsoft.com/office/drawing/2014/main" id="{2C040810-D2FD-249A-3D04-538EB175BC5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8" name="Slide Number Placeholder 9">
            <a:extLst>
              <a:ext uri="{FF2B5EF4-FFF2-40B4-BE49-F238E27FC236}">
                <a16:creationId xmlns:a16="http://schemas.microsoft.com/office/drawing/2014/main" id="{806CB2E6-DF62-64A9-46C8-AA933E96D6A1}"/>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7038404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Section Header">
    <p:bg>
      <p:bgPr>
        <a:solidFill>
          <a:srgbClr val="0A385E"/>
        </a:solidFill>
        <a:effectLst/>
      </p:bgPr>
    </p:bg>
    <p:spTree>
      <p:nvGrpSpPr>
        <p:cNvPr id="1" name=""/>
        <p:cNvGrpSpPr/>
        <p:nvPr/>
      </p:nvGrpSpPr>
      <p:grpSpPr>
        <a:xfrm>
          <a:off x="0" y="0"/>
          <a:ext cx="0" cy="0"/>
          <a:chOff x="0" y="0"/>
          <a:chExt cx="0" cy="0"/>
        </a:xfrm>
      </p:grpSpPr>
      <p:sp>
        <p:nvSpPr>
          <p:cNvPr id="5" name="Title 1"/>
          <p:cNvSpPr>
            <a:spLocks noGrp="1"/>
          </p:cNvSpPr>
          <p:nvPr>
            <p:ph type="title"/>
          </p:nvPr>
        </p:nvSpPr>
        <p:spPr>
          <a:xfrm>
            <a:off x="406401" y="3145417"/>
            <a:ext cx="4310879" cy="1252820"/>
          </a:xfrm>
        </p:spPr>
        <p:txBody>
          <a:bodyPr anchor="t" anchorCtr="0">
            <a:noAutofit/>
          </a:bodyPr>
          <a:lstStyle>
            <a:lvl1pPr algn="l">
              <a:lnSpc>
                <a:spcPct val="100000"/>
              </a:lnSpc>
              <a:defRPr sz="3200" b="0" cap="none">
                <a:solidFill>
                  <a:schemeClr val="tx1"/>
                </a:solidFill>
                <a:latin typeface="Alda Pro" pitchFamily="50" charset="0"/>
              </a:defRPr>
            </a:lvl1pPr>
          </a:lstStyle>
          <a:p>
            <a:r>
              <a:rPr lang="en-US"/>
              <a:t>Click to edit Master title style</a:t>
            </a:r>
          </a:p>
        </p:txBody>
      </p:sp>
      <p:pic>
        <p:nvPicPr>
          <p:cNvPr id="3" name="Picture 2">
            <a:extLst>
              <a:ext uri="{FF2B5EF4-FFF2-40B4-BE49-F238E27FC236}">
                <a16:creationId xmlns:a16="http://schemas.microsoft.com/office/drawing/2014/main" id="{13244B6C-13A2-DE54-C380-9EA18B52FB9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7" name="Slide Number Placeholder 9">
            <a:extLst>
              <a:ext uri="{FF2B5EF4-FFF2-40B4-BE49-F238E27FC236}">
                <a16:creationId xmlns:a16="http://schemas.microsoft.com/office/drawing/2014/main" id="{25CE711D-0644-1099-DB5F-1D416163A2BA}"/>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17330836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Section Header">
    <p:bg>
      <p:bgPr>
        <a:solidFill>
          <a:srgbClr val="0A385E"/>
        </a:solidFill>
        <a:effectLst/>
      </p:bgPr>
    </p:bg>
    <p:spTree>
      <p:nvGrpSpPr>
        <p:cNvPr id="1" name=""/>
        <p:cNvGrpSpPr/>
        <p:nvPr/>
      </p:nvGrpSpPr>
      <p:grpSpPr>
        <a:xfrm>
          <a:off x="0" y="0"/>
          <a:ext cx="0" cy="0"/>
          <a:chOff x="0" y="0"/>
          <a:chExt cx="0" cy="0"/>
        </a:xfrm>
      </p:grpSpPr>
      <p:sp>
        <p:nvSpPr>
          <p:cNvPr id="5" name="Title 1"/>
          <p:cNvSpPr>
            <a:spLocks noGrp="1"/>
          </p:cNvSpPr>
          <p:nvPr>
            <p:ph type="title"/>
          </p:nvPr>
        </p:nvSpPr>
        <p:spPr>
          <a:xfrm>
            <a:off x="406401" y="3145417"/>
            <a:ext cx="4310879" cy="1252820"/>
          </a:xfrm>
        </p:spPr>
        <p:txBody>
          <a:bodyPr anchor="t" anchorCtr="0">
            <a:noAutofit/>
          </a:bodyPr>
          <a:lstStyle>
            <a:lvl1pPr algn="l">
              <a:lnSpc>
                <a:spcPct val="100000"/>
              </a:lnSpc>
              <a:defRPr sz="3200" b="0" cap="none">
                <a:solidFill>
                  <a:schemeClr val="tx1"/>
                </a:solidFill>
                <a:latin typeface="Alda Pro" pitchFamily="50" charset="0"/>
              </a:defRPr>
            </a:lvl1pPr>
          </a:lstStyle>
          <a:p>
            <a:r>
              <a:rPr lang="en-US"/>
              <a:t>Click to edit Master title style</a:t>
            </a:r>
          </a:p>
        </p:txBody>
      </p:sp>
      <p:pic>
        <p:nvPicPr>
          <p:cNvPr id="3" name="Picture 2">
            <a:extLst>
              <a:ext uri="{FF2B5EF4-FFF2-40B4-BE49-F238E27FC236}">
                <a16:creationId xmlns:a16="http://schemas.microsoft.com/office/drawing/2014/main" id="{18B8BE60-CD25-339F-4356-B314D4C79F5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7" name="Slide Number Placeholder 9">
            <a:extLst>
              <a:ext uri="{FF2B5EF4-FFF2-40B4-BE49-F238E27FC236}">
                <a16:creationId xmlns:a16="http://schemas.microsoft.com/office/drawing/2014/main" id="{45725EC0-A8A3-5233-1643-298BBF34E727}"/>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34240639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s Only Light Blue">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711748" cy="737704"/>
          </a:xfrm>
        </p:spPr>
        <p:txBody>
          <a:bodyPr/>
          <a:lstStyle>
            <a:lvl1pPr>
              <a:defRPr>
                <a:solidFill>
                  <a:srgbClr val="0A3C53"/>
                </a:solidFill>
              </a:defRPr>
            </a:lvl1pPr>
          </a:lstStyle>
          <a:p>
            <a:r>
              <a:rPr lang="en-US"/>
              <a:t>Click to edit Master title style</a:t>
            </a:r>
          </a:p>
        </p:txBody>
      </p:sp>
      <p:sp>
        <p:nvSpPr>
          <p:cNvPr id="5" name="Text Placeholder 4"/>
          <p:cNvSpPr>
            <a:spLocks noGrp="1"/>
          </p:cNvSpPr>
          <p:nvPr>
            <p:ph type="body" sz="quarter" idx="11"/>
          </p:nvPr>
        </p:nvSpPr>
        <p:spPr>
          <a:xfrm>
            <a:off x="390144" y="920584"/>
            <a:ext cx="11408497" cy="739344"/>
          </a:xfrm>
        </p:spPr>
        <p:txBody>
          <a:bodyPr/>
          <a:lstStyle>
            <a:lvl1pPr marL="0" indent="0">
              <a:buNone/>
              <a:defRPr>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pic>
        <p:nvPicPr>
          <p:cNvPr id="4" name="Picture 3">
            <a:extLst>
              <a:ext uri="{FF2B5EF4-FFF2-40B4-BE49-F238E27FC236}">
                <a16:creationId xmlns:a16="http://schemas.microsoft.com/office/drawing/2014/main" id="{DD044149-96F8-47F7-920A-99DFCC7C166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7" name="Slide Number Placeholder 9">
            <a:extLst>
              <a:ext uri="{FF2B5EF4-FFF2-40B4-BE49-F238E27FC236}">
                <a16:creationId xmlns:a16="http://schemas.microsoft.com/office/drawing/2014/main" id="{E9D47A4F-8C8A-FA75-599A-F3C65AEC5BEE}"/>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37386996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s Only Dark Blue">
    <p:bg>
      <p:bgPr>
        <a:solidFill>
          <a:srgbClr val="0A385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457317" cy="609601"/>
          </a:xfrm>
        </p:spPr>
        <p:txBody>
          <a:bodyPr/>
          <a:lstStyle>
            <a:lvl1pPr>
              <a:defRPr>
                <a:solidFill>
                  <a:schemeClr val="tx1"/>
                </a:solidFill>
              </a:defRPr>
            </a:lvl1pPr>
          </a:lstStyle>
          <a:p>
            <a:r>
              <a:rPr lang="en-US"/>
              <a:t>Click to edit Master title style</a:t>
            </a:r>
          </a:p>
        </p:txBody>
      </p:sp>
      <p:sp>
        <p:nvSpPr>
          <p:cNvPr id="5" name="Text Placeholder 4"/>
          <p:cNvSpPr>
            <a:spLocks noGrp="1"/>
          </p:cNvSpPr>
          <p:nvPr>
            <p:ph type="body" sz="quarter" idx="11"/>
          </p:nvPr>
        </p:nvSpPr>
        <p:spPr>
          <a:xfrm>
            <a:off x="390144" y="792481"/>
            <a:ext cx="11408496" cy="893233"/>
          </a:xfrm>
        </p:spPr>
        <p:txBody>
          <a:bodyPr/>
          <a:lstStyle>
            <a:lvl1pPr marL="0" indent="0">
              <a:buNone/>
              <a:defRPr>
                <a:solidFill>
                  <a:schemeClr val="tx1"/>
                </a:solidFill>
                <a:latin typeface="Effra Pro" panose="020B0603020203020204" pitchFamily="34" charset="0"/>
              </a:defRPr>
            </a:lvl1pPr>
            <a:lvl2pPr marL="609585" indent="0">
              <a:buNone/>
              <a:defRPr/>
            </a:lvl2pPr>
          </a:lstStyle>
          <a:p>
            <a:pPr lvl="0"/>
            <a:r>
              <a:rPr lang="en-US"/>
              <a:t>Click to edit Master text styles</a:t>
            </a:r>
          </a:p>
        </p:txBody>
      </p:sp>
      <p:pic>
        <p:nvPicPr>
          <p:cNvPr id="4" name="Picture 3">
            <a:extLst>
              <a:ext uri="{FF2B5EF4-FFF2-40B4-BE49-F238E27FC236}">
                <a16:creationId xmlns:a16="http://schemas.microsoft.com/office/drawing/2014/main" id="{BD86F73E-8ED1-352A-398F-91D49E3452E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8" name="Slide Number Placeholder 9">
            <a:extLst>
              <a:ext uri="{FF2B5EF4-FFF2-40B4-BE49-F238E27FC236}">
                <a16:creationId xmlns:a16="http://schemas.microsoft.com/office/drawing/2014/main" id="{E650658E-372D-1FC6-0B55-F3D44ECC2625}"/>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9637448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Whit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2D3B40-AA82-2302-50B5-3730BF6B10F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5" name="Slide Number Placeholder 9">
            <a:extLst>
              <a:ext uri="{FF2B5EF4-FFF2-40B4-BE49-F238E27FC236}">
                <a16:creationId xmlns:a16="http://schemas.microsoft.com/office/drawing/2014/main" id="{49251708-DBF9-181B-F806-58581B50D0EC}"/>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1071498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716455-3359-5417-7584-CF740BE722A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5" name="Slide Number Placeholder 9">
            <a:extLst>
              <a:ext uri="{FF2B5EF4-FFF2-40B4-BE49-F238E27FC236}">
                <a16:creationId xmlns:a16="http://schemas.microsoft.com/office/drawing/2014/main" id="{021313C7-1385-34A3-2BC0-E06121E50F00}"/>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33470532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Dark Blue">
    <p:bg>
      <p:bgPr>
        <a:solidFill>
          <a:srgbClr val="0A385E"/>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A14D42-BF5B-29E8-314B-5F35F3156D8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5" name="Slide Number Placeholder 9">
            <a:extLst>
              <a:ext uri="{FF2B5EF4-FFF2-40B4-BE49-F238E27FC236}">
                <a16:creationId xmlns:a16="http://schemas.microsoft.com/office/drawing/2014/main" id="{02B01620-CA6C-C848-73B5-F7C10B85F1DD}"/>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269599496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B2D4E4">
            <a:alpha val="60000"/>
          </a:srgbClr>
        </a:solidFill>
        <a:effectLst/>
      </p:bgPr>
    </p:bg>
    <p:spTree>
      <p:nvGrpSpPr>
        <p:cNvPr id="1" name=""/>
        <p:cNvGrpSpPr/>
        <p:nvPr/>
      </p:nvGrpSpPr>
      <p:grpSpPr>
        <a:xfrm>
          <a:off x="0" y="0"/>
          <a:ext cx="0" cy="0"/>
          <a:chOff x="0" y="0"/>
          <a:chExt cx="0" cy="0"/>
        </a:xfrm>
      </p:grpSpPr>
      <p:pic>
        <p:nvPicPr>
          <p:cNvPr id="7" name="Picture 6" descr="A blue and black logo  AI-generated content may be incorrect.">
            <a:extLst>
              <a:ext uri="{FF2B5EF4-FFF2-40B4-BE49-F238E27FC236}">
                <a16:creationId xmlns:a16="http://schemas.microsoft.com/office/drawing/2014/main" id="{A118DB1A-7D14-10C8-A0E2-4952BCF635C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59805" y="2419511"/>
            <a:ext cx="5072390" cy="1435704"/>
          </a:xfrm>
          <a:prstGeom prst="rect">
            <a:avLst/>
          </a:prstGeom>
        </p:spPr>
      </p:pic>
      <p:sp>
        <p:nvSpPr>
          <p:cNvPr id="8" name="Slide Number Placeholder 9">
            <a:extLst>
              <a:ext uri="{FF2B5EF4-FFF2-40B4-BE49-F238E27FC236}">
                <a16:creationId xmlns:a16="http://schemas.microsoft.com/office/drawing/2014/main" id="{B9735EAA-F5D5-6075-5A50-62EB57F054B4}"/>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28401599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B2D4E4">
            <a:alpha val="60000"/>
          </a:srgbClr>
        </a:solidFill>
        <a:effectLst/>
      </p:bgPr>
    </p:bg>
    <p:spTree>
      <p:nvGrpSpPr>
        <p:cNvPr id="1" name=""/>
        <p:cNvGrpSpPr/>
        <p:nvPr/>
      </p:nvGrpSpPr>
      <p:grpSpPr>
        <a:xfrm>
          <a:off x="0" y="0"/>
          <a:ext cx="0" cy="0"/>
          <a:chOff x="0" y="0"/>
          <a:chExt cx="0" cy="0"/>
        </a:xfrm>
      </p:grpSpPr>
      <p:sp>
        <p:nvSpPr>
          <p:cNvPr id="2" name="Rectangle 1"/>
          <p:cNvSpPr/>
          <p:nvPr userDrawn="1"/>
        </p:nvSpPr>
        <p:spPr bwMode="ltGray">
          <a:xfrm>
            <a:off x="4715070" y="2090057"/>
            <a:ext cx="2761860" cy="2718056"/>
          </a:xfrm>
          <a:prstGeom prst="rect">
            <a:avLst/>
          </a:prstGeom>
          <a:solidFill>
            <a:schemeClr val="bg1"/>
          </a:solidFill>
          <a:ln w="12700" cap="flat" cmpd="sng" algn="ctr">
            <a:noFill/>
            <a:prstDash val="solid"/>
            <a:round/>
            <a:headEnd type="none" w="sm" len="sm"/>
            <a:tailEnd type="none" w="sm" len="sm"/>
          </a:ln>
        </p:spPr>
        <p:txBody>
          <a:bodyPr rtlCol="0" anchor="ctr"/>
          <a:lstStyle/>
          <a:p>
            <a:pPr algn="ctr"/>
            <a:endParaRPr lang="en-US">
              <a:latin typeface="+mj-lt"/>
            </a:endParaRPr>
          </a:p>
        </p:txBody>
      </p:sp>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l="13483" t="23045" r="54224" b="23088"/>
          <a:stretch/>
        </p:blipFill>
        <p:spPr>
          <a:xfrm>
            <a:off x="4453844" y="1803401"/>
            <a:ext cx="3284312" cy="3242212"/>
          </a:xfrm>
          <a:prstGeom prst="rect">
            <a:avLst/>
          </a:prstGeom>
        </p:spPr>
      </p:pic>
    </p:spTree>
    <p:extLst>
      <p:ext uri="{BB962C8B-B14F-4D97-AF65-F5344CB8AC3E}">
        <p14:creationId xmlns:p14="http://schemas.microsoft.com/office/powerpoint/2010/main" val="47486635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itle Slide Wide">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BCC85EE-0AB1-DE11-C3AD-001C3D676E00}"/>
              </a:ext>
            </a:extLst>
          </p:cNvPr>
          <p:cNvPicPr>
            <a:picLocks noChangeAspect="1"/>
          </p:cNvPicPr>
          <p:nvPr userDrawn="1"/>
        </p:nvPicPr>
        <p:blipFill>
          <a:blip r:embed="rId2">
            <a:extLst>
              <a:ext uri="{28A0092B-C50C-407E-A947-70E740481C1C}">
                <a14:useLocalDpi xmlns:a14="http://schemas.microsoft.com/office/drawing/2010/main" val="0"/>
              </a:ext>
            </a:extLst>
          </a:blip>
          <a:srcRect t="25585" b="-19182"/>
          <a:stretch/>
        </p:blipFill>
        <p:spPr>
          <a:xfrm>
            <a:off x="1" y="-1235"/>
            <a:ext cx="12192000" cy="5949108"/>
          </a:xfrm>
          <a:prstGeom prst="rect">
            <a:avLst/>
          </a:prstGeom>
        </p:spPr>
      </p:pic>
      <p:sp>
        <p:nvSpPr>
          <p:cNvPr id="6" name="Rectangle 5">
            <a:extLst>
              <a:ext uri="{FF2B5EF4-FFF2-40B4-BE49-F238E27FC236}">
                <a16:creationId xmlns:a16="http://schemas.microsoft.com/office/drawing/2014/main" id="{27C419DF-692C-1698-9885-EDD7A97D3ED5}"/>
              </a:ext>
            </a:extLst>
          </p:cNvPr>
          <p:cNvSpPr/>
          <p:nvPr userDrawn="1"/>
        </p:nvSpPr>
        <p:spPr bwMode="ltGray">
          <a:xfrm>
            <a:off x="3" y="4728673"/>
            <a:ext cx="12191997" cy="1219199"/>
          </a:xfrm>
          <a:prstGeom prst="rect">
            <a:avLst/>
          </a:prstGeom>
          <a:solidFill>
            <a:srgbClr val="2E86AF"/>
          </a:solidFill>
          <a:ln w="12700" cap="flat" cmpd="sng" algn="ctr">
            <a:noFill/>
            <a:prstDash val="solid"/>
            <a:round/>
            <a:headEnd type="none" w="sm" len="sm"/>
            <a:tailEnd type="none" w="sm" len="sm"/>
          </a:ln>
        </p:spPr>
        <p:txBody>
          <a:bodyPr rtlCol="0" anchor="ctr"/>
          <a:lstStyle/>
          <a:p>
            <a:pPr algn="ctr"/>
            <a:endParaRPr lang="en-US">
              <a:latin typeface="+mj-lt"/>
            </a:endParaRPr>
          </a:p>
        </p:txBody>
      </p:sp>
      <p:sp>
        <p:nvSpPr>
          <p:cNvPr id="7" name="Title 1">
            <a:extLst>
              <a:ext uri="{FF2B5EF4-FFF2-40B4-BE49-F238E27FC236}">
                <a16:creationId xmlns:a16="http://schemas.microsoft.com/office/drawing/2014/main" id="{9529F1A3-DA06-3597-CF6E-1EC74AA9DC0B}"/>
              </a:ext>
            </a:extLst>
          </p:cNvPr>
          <p:cNvSpPr>
            <a:spLocks noGrp="1"/>
          </p:cNvSpPr>
          <p:nvPr>
            <p:ph type="ctrTitle"/>
          </p:nvPr>
        </p:nvSpPr>
        <p:spPr>
          <a:xfrm>
            <a:off x="406400" y="5000071"/>
            <a:ext cx="11379200" cy="571556"/>
          </a:xfrm>
        </p:spPr>
        <p:txBody>
          <a:bodyPr>
            <a:noAutofit/>
          </a:bodyPr>
          <a:lstStyle>
            <a:lvl1pPr>
              <a:lnSpc>
                <a:spcPct val="100000"/>
              </a:lnSpc>
              <a:defRPr sz="2667" b="0" baseline="0">
                <a:solidFill>
                  <a:schemeClr val="tx1"/>
                </a:solidFill>
                <a:latin typeface="Alda Pro" pitchFamily="50" charset="0"/>
              </a:defRPr>
            </a:lvl1pPr>
          </a:lstStyle>
          <a:p>
            <a:r>
              <a:rPr lang="en-US"/>
              <a:t>Click to edit Master title style</a:t>
            </a:r>
          </a:p>
        </p:txBody>
      </p:sp>
      <p:pic>
        <p:nvPicPr>
          <p:cNvPr id="8" name="Picture 7">
            <a:extLst>
              <a:ext uri="{FF2B5EF4-FFF2-40B4-BE49-F238E27FC236}">
                <a16:creationId xmlns:a16="http://schemas.microsoft.com/office/drawing/2014/main" id="{8AF8BB61-89B7-38FF-115F-CACC47F41D3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06400" y="202649"/>
            <a:ext cx="2244696" cy="884895"/>
          </a:xfrm>
          <a:prstGeom prst="rect">
            <a:avLst/>
          </a:prstGeom>
        </p:spPr>
      </p:pic>
      <p:sp>
        <p:nvSpPr>
          <p:cNvPr id="12" name="Slide Number Placeholder 9">
            <a:extLst>
              <a:ext uri="{FF2B5EF4-FFF2-40B4-BE49-F238E27FC236}">
                <a16:creationId xmlns:a16="http://schemas.microsoft.com/office/drawing/2014/main" id="{6A2D2AFE-B1C6-ED8A-B793-E8882B34141E}"/>
              </a:ext>
            </a:extLst>
          </p:cNvPr>
          <p:cNvSpPr txBox="1">
            <a:spLocks/>
          </p:cNvSpPr>
          <p:nvPr userDrawn="1"/>
        </p:nvSpPr>
        <p:spPr>
          <a:xfrm>
            <a:off x="11493849" y="6575705"/>
            <a:ext cx="304800" cy="153888"/>
          </a:xfrm>
          <a:prstGeom prst="rect">
            <a:avLst/>
          </a:prstGeom>
        </p:spPr>
        <p:txBody>
          <a:bodyPr vert="horz" wrap="square" lIns="0" tIns="0" rIns="0" bIns="0" rtlCol="0" anchor="ctr">
            <a:spAutoFit/>
          </a:bodyPr>
          <a:lstStyle>
            <a:defPPr>
              <a:defRPr lang="en-US"/>
            </a:defPPr>
            <a:lvl1pPr algn="r" rtl="0" fontAlgn="auto">
              <a:spcBef>
                <a:spcPts val="0"/>
              </a:spcBef>
              <a:spcAft>
                <a:spcPts val="0"/>
              </a:spcAft>
              <a:defRPr sz="750" kern="1200" smtClean="0">
                <a:solidFill>
                  <a:srgbClr val="0A3C53"/>
                </a:solidFill>
                <a:latin typeface="Effra Pro" panose="020B0603020203020204" pitchFamily="34" charset="0"/>
                <a:ea typeface="Geneva" pitchFamily="-109" charset="-128"/>
                <a:cs typeface="+mn-cs"/>
              </a:defRPr>
            </a:lvl1pPr>
            <a:lvl2pPr marL="457146" algn="l" rtl="0" fontAlgn="base">
              <a:spcBef>
                <a:spcPct val="0"/>
              </a:spcBef>
              <a:spcAft>
                <a:spcPct val="0"/>
              </a:spcAft>
              <a:defRPr kern="1200">
                <a:solidFill>
                  <a:schemeClr val="tx1"/>
                </a:solidFill>
                <a:latin typeface="Arial" charset="0"/>
                <a:ea typeface="Geneva" pitchFamily="-109" charset="-128"/>
                <a:cs typeface="+mn-cs"/>
              </a:defRPr>
            </a:lvl2pPr>
            <a:lvl3pPr marL="914293" algn="l" rtl="0" fontAlgn="base">
              <a:spcBef>
                <a:spcPct val="0"/>
              </a:spcBef>
              <a:spcAft>
                <a:spcPct val="0"/>
              </a:spcAft>
              <a:defRPr kern="1200">
                <a:solidFill>
                  <a:schemeClr val="tx1"/>
                </a:solidFill>
                <a:latin typeface="Arial" charset="0"/>
                <a:ea typeface="Geneva" pitchFamily="-109" charset="-128"/>
                <a:cs typeface="+mn-cs"/>
              </a:defRPr>
            </a:lvl3pPr>
            <a:lvl4pPr marL="1371440" algn="l" rtl="0" fontAlgn="base">
              <a:spcBef>
                <a:spcPct val="0"/>
              </a:spcBef>
              <a:spcAft>
                <a:spcPct val="0"/>
              </a:spcAft>
              <a:defRPr kern="1200">
                <a:solidFill>
                  <a:schemeClr val="tx1"/>
                </a:solidFill>
                <a:latin typeface="Arial" charset="0"/>
                <a:ea typeface="Geneva" pitchFamily="-109" charset="-128"/>
                <a:cs typeface="+mn-cs"/>
              </a:defRPr>
            </a:lvl4pPr>
            <a:lvl5pPr marL="1828586" algn="l" rtl="0" fontAlgn="base">
              <a:spcBef>
                <a:spcPct val="0"/>
              </a:spcBef>
              <a:spcAft>
                <a:spcPct val="0"/>
              </a:spcAft>
              <a:defRPr kern="1200">
                <a:solidFill>
                  <a:schemeClr val="tx1"/>
                </a:solidFill>
                <a:latin typeface="Arial" charset="0"/>
                <a:ea typeface="Geneva" pitchFamily="-109" charset="-128"/>
                <a:cs typeface="+mn-cs"/>
              </a:defRPr>
            </a:lvl5pPr>
            <a:lvl6pPr marL="2285733" algn="l" defTabSz="914293" rtl="0" eaLnBrk="1" latinLnBrk="0" hangingPunct="1">
              <a:defRPr kern="1200">
                <a:solidFill>
                  <a:schemeClr val="tx1"/>
                </a:solidFill>
                <a:latin typeface="Arial" charset="0"/>
                <a:ea typeface="Geneva" pitchFamily="-109" charset="-128"/>
                <a:cs typeface="+mn-cs"/>
              </a:defRPr>
            </a:lvl6pPr>
            <a:lvl7pPr marL="2742879" algn="l" defTabSz="914293" rtl="0" eaLnBrk="1" latinLnBrk="0" hangingPunct="1">
              <a:defRPr kern="1200">
                <a:solidFill>
                  <a:schemeClr val="tx1"/>
                </a:solidFill>
                <a:latin typeface="Arial" charset="0"/>
                <a:ea typeface="Geneva" pitchFamily="-109" charset="-128"/>
                <a:cs typeface="+mn-cs"/>
              </a:defRPr>
            </a:lvl7pPr>
            <a:lvl8pPr marL="3200026" algn="l" defTabSz="914293" rtl="0" eaLnBrk="1" latinLnBrk="0" hangingPunct="1">
              <a:defRPr kern="1200">
                <a:solidFill>
                  <a:schemeClr val="tx1"/>
                </a:solidFill>
                <a:latin typeface="Arial" charset="0"/>
                <a:ea typeface="Geneva" pitchFamily="-109" charset="-128"/>
                <a:cs typeface="+mn-cs"/>
              </a:defRPr>
            </a:lvl8pPr>
            <a:lvl9pPr marL="3657172" algn="l" defTabSz="914293" rtl="0" eaLnBrk="1" latinLnBrk="0" hangingPunct="1">
              <a:defRPr kern="1200">
                <a:solidFill>
                  <a:schemeClr val="tx1"/>
                </a:solidFill>
                <a:latin typeface="Arial" charset="0"/>
                <a:ea typeface="Geneva" pitchFamily="-109" charset="-128"/>
                <a:cs typeface="+mn-cs"/>
              </a:defRPr>
            </a:lvl9pPr>
          </a:lstStyle>
          <a:p>
            <a:pPr>
              <a:defRPr/>
            </a:pPr>
            <a:fld id="{2EDAC284-59FC-4EEB-A7F8-63017E0BC0CE}" type="slidenum">
              <a:rPr lang="en-US" sz="1000" smtClean="0"/>
              <a:pPr>
                <a:defRPr/>
              </a:pPr>
              <a:t>‹#›</a:t>
            </a:fld>
            <a:endParaRPr lang="en-US" sz="1000"/>
          </a:p>
        </p:txBody>
      </p:sp>
      <p:sp>
        <p:nvSpPr>
          <p:cNvPr id="13" name="TextBox 12">
            <a:extLst>
              <a:ext uri="{FF2B5EF4-FFF2-40B4-BE49-F238E27FC236}">
                <a16:creationId xmlns:a16="http://schemas.microsoft.com/office/drawing/2014/main" id="{4B6468CF-AFEE-BE66-6F4A-6EA3010A62D1}"/>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14" name="TextBox 13">
            <a:extLst>
              <a:ext uri="{FF2B5EF4-FFF2-40B4-BE49-F238E27FC236}">
                <a16:creationId xmlns:a16="http://schemas.microsoft.com/office/drawing/2014/main" id="{78BB27D9-E8B7-A245-E5C5-23DB8DAAC1B7}"/>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chemeClr val="tx1"/>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cxnSp>
        <p:nvCxnSpPr>
          <p:cNvPr id="2" name="Straight Connector 1">
            <a:extLst>
              <a:ext uri="{FF2B5EF4-FFF2-40B4-BE49-F238E27FC236}">
                <a16:creationId xmlns:a16="http://schemas.microsoft.com/office/drawing/2014/main" id="{4B34AF8B-2C05-4A48-1207-2A3F2CD979D4}"/>
              </a:ext>
            </a:extLst>
          </p:cNvPr>
          <p:cNvCxnSpPr>
            <a:cxnSpLocks/>
          </p:cNvCxnSpPr>
          <p:nvPr userDrawn="1"/>
        </p:nvCxnSpPr>
        <p:spPr>
          <a:xfrm>
            <a:off x="410197" y="4902936"/>
            <a:ext cx="11388448"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784968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Title Slide Wide">
    <p:bg>
      <p:bgPr>
        <a:solidFill>
          <a:srgbClr val="2E86AF"/>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04A35D9-EB01-3686-CA7F-2C616069B178}"/>
              </a:ext>
            </a:extLst>
          </p:cNvPr>
          <p:cNvPicPr>
            <a:picLocks noChangeAspect="1"/>
          </p:cNvPicPr>
          <p:nvPr userDrawn="1"/>
        </p:nvPicPr>
        <p:blipFill>
          <a:blip r:embed="rId2">
            <a:extLst>
              <a:ext uri="{28A0092B-C50C-407E-A947-70E740481C1C}">
                <a14:useLocalDpi xmlns:a14="http://schemas.microsoft.com/office/drawing/2010/main" val="0"/>
              </a:ext>
            </a:extLst>
          </a:blip>
          <a:srcRect l="6411" t="13203" b="18298"/>
          <a:stretch/>
        </p:blipFill>
        <p:spPr>
          <a:xfrm>
            <a:off x="1" y="-1235"/>
            <a:ext cx="12192000" cy="5949108"/>
          </a:xfrm>
          <a:prstGeom prst="rect">
            <a:avLst/>
          </a:prstGeom>
        </p:spPr>
      </p:pic>
      <p:sp>
        <p:nvSpPr>
          <p:cNvPr id="5" name="Rectangle 4">
            <a:extLst>
              <a:ext uri="{FF2B5EF4-FFF2-40B4-BE49-F238E27FC236}">
                <a16:creationId xmlns:a16="http://schemas.microsoft.com/office/drawing/2014/main" id="{E00222E5-2FC9-FC7C-7AF9-7B031373543D}"/>
              </a:ext>
            </a:extLst>
          </p:cNvPr>
          <p:cNvSpPr/>
          <p:nvPr userDrawn="1"/>
        </p:nvSpPr>
        <p:spPr bwMode="ltGray">
          <a:xfrm>
            <a:off x="3" y="4728673"/>
            <a:ext cx="12191997" cy="1219199"/>
          </a:xfrm>
          <a:prstGeom prst="rect">
            <a:avLst/>
          </a:prstGeom>
          <a:solidFill>
            <a:srgbClr val="2E86AF">
              <a:alpha val="90000"/>
            </a:srgbClr>
          </a:solidFill>
          <a:ln w="12700" cap="flat" cmpd="sng" algn="ctr">
            <a:noFill/>
            <a:prstDash val="solid"/>
            <a:round/>
            <a:headEnd type="none" w="sm" len="sm"/>
            <a:tailEnd type="none" w="sm" len="sm"/>
          </a:ln>
        </p:spPr>
        <p:txBody>
          <a:bodyPr rtlCol="0" anchor="ctr"/>
          <a:lstStyle/>
          <a:p>
            <a:pPr algn="ctr"/>
            <a:endParaRPr lang="en-US">
              <a:latin typeface="+mj-lt"/>
            </a:endParaRPr>
          </a:p>
        </p:txBody>
      </p:sp>
      <p:sp>
        <p:nvSpPr>
          <p:cNvPr id="10" name="Title 1">
            <a:extLst>
              <a:ext uri="{FF2B5EF4-FFF2-40B4-BE49-F238E27FC236}">
                <a16:creationId xmlns:a16="http://schemas.microsoft.com/office/drawing/2014/main" id="{AA9ED650-246E-9FF9-4453-C383178BD484}"/>
              </a:ext>
            </a:extLst>
          </p:cNvPr>
          <p:cNvSpPr>
            <a:spLocks noGrp="1"/>
          </p:cNvSpPr>
          <p:nvPr>
            <p:ph type="ctrTitle"/>
          </p:nvPr>
        </p:nvSpPr>
        <p:spPr>
          <a:xfrm>
            <a:off x="406400" y="4998721"/>
            <a:ext cx="11379200" cy="571556"/>
          </a:xfrm>
        </p:spPr>
        <p:txBody>
          <a:bodyPr>
            <a:noAutofit/>
          </a:bodyPr>
          <a:lstStyle>
            <a:lvl1pPr>
              <a:lnSpc>
                <a:spcPct val="100000"/>
              </a:lnSpc>
              <a:defRPr sz="2667" b="0" baseline="0">
                <a:solidFill>
                  <a:schemeClr val="tx1"/>
                </a:solidFill>
                <a:latin typeface="Alda Pro" pitchFamily="50" charset="0"/>
              </a:defRPr>
            </a:lvl1pPr>
          </a:lstStyle>
          <a:p>
            <a:r>
              <a:rPr lang="en-US"/>
              <a:t>Click to edit Master title style</a:t>
            </a:r>
          </a:p>
        </p:txBody>
      </p:sp>
      <p:pic>
        <p:nvPicPr>
          <p:cNvPr id="2" name="Picture 1">
            <a:extLst>
              <a:ext uri="{FF2B5EF4-FFF2-40B4-BE49-F238E27FC236}">
                <a16:creationId xmlns:a16="http://schemas.microsoft.com/office/drawing/2014/main" id="{FB07C2B9-F8B1-5E89-6077-707BC0BEF18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06400" y="202649"/>
            <a:ext cx="2244696" cy="884895"/>
          </a:xfrm>
          <a:prstGeom prst="rect">
            <a:avLst/>
          </a:prstGeom>
        </p:spPr>
      </p:pic>
      <p:sp>
        <p:nvSpPr>
          <p:cNvPr id="3" name="Slide Number Placeholder 9">
            <a:extLst>
              <a:ext uri="{FF2B5EF4-FFF2-40B4-BE49-F238E27FC236}">
                <a16:creationId xmlns:a16="http://schemas.microsoft.com/office/drawing/2014/main" id="{1A33F5CC-1C13-24F8-69D5-E1B28ED493E4}"/>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4" name="TextBox 3">
            <a:extLst>
              <a:ext uri="{FF2B5EF4-FFF2-40B4-BE49-F238E27FC236}">
                <a16:creationId xmlns:a16="http://schemas.microsoft.com/office/drawing/2014/main" id="{C5294F46-E115-F515-ECD2-5A66710F2BBF}"/>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7" name="TextBox 6">
            <a:extLst>
              <a:ext uri="{FF2B5EF4-FFF2-40B4-BE49-F238E27FC236}">
                <a16:creationId xmlns:a16="http://schemas.microsoft.com/office/drawing/2014/main" id="{3E95B84A-F483-31E8-8067-DA3CA715E582}"/>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chemeClr val="tx1"/>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cxnSp>
        <p:nvCxnSpPr>
          <p:cNvPr id="13" name="Straight Connector 12">
            <a:extLst>
              <a:ext uri="{FF2B5EF4-FFF2-40B4-BE49-F238E27FC236}">
                <a16:creationId xmlns:a16="http://schemas.microsoft.com/office/drawing/2014/main" id="{44B217A4-2AF7-94A7-2A2F-1DB58A123041}"/>
              </a:ext>
            </a:extLst>
          </p:cNvPr>
          <p:cNvCxnSpPr>
            <a:cxnSpLocks/>
          </p:cNvCxnSpPr>
          <p:nvPr userDrawn="1"/>
        </p:nvCxnSpPr>
        <p:spPr>
          <a:xfrm>
            <a:off x="410197" y="4902936"/>
            <a:ext cx="11388448"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348354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8EA975B-F186-5B1B-C9A7-4793BF252D90}"/>
              </a:ext>
            </a:extLst>
          </p:cNvPr>
          <p:cNvPicPr>
            <a:picLocks noChangeAspect="1"/>
          </p:cNvPicPr>
          <p:nvPr userDrawn="1"/>
        </p:nvPicPr>
        <p:blipFill>
          <a:blip r:embed="rId2">
            <a:extLst>
              <a:ext uri="{28A0092B-C50C-407E-A947-70E740481C1C}">
                <a14:useLocalDpi xmlns:a14="http://schemas.microsoft.com/office/drawing/2010/main" val="0"/>
              </a:ext>
            </a:extLst>
          </a:blip>
          <a:srcRect l="15605" t="36867" r="2906" b="3647"/>
          <a:stretch/>
        </p:blipFill>
        <p:spPr>
          <a:xfrm>
            <a:off x="0" y="0"/>
            <a:ext cx="12192000" cy="5933440"/>
          </a:xfrm>
          <a:prstGeom prst="rect">
            <a:avLst/>
          </a:prstGeom>
        </p:spPr>
      </p:pic>
      <p:pic>
        <p:nvPicPr>
          <p:cNvPr id="2" name="Picture 1" descr="A blue and black logo  Description automatically generated">
            <a:extLst>
              <a:ext uri="{FF2B5EF4-FFF2-40B4-BE49-F238E27FC236}">
                <a16:creationId xmlns:a16="http://schemas.microsoft.com/office/drawing/2014/main" id="{50CDBA03-BB32-0968-82AD-C1944C799FE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sp>
        <p:nvSpPr>
          <p:cNvPr id="3" name="Slide Number Placeholder 9">
            <a:extLst>
              <a:ext uri="{FF2B5EF4-FFF2-40B4-BE49-F238E27FC236}">
                <a16:creationId xmlns:a16="http://schemas.microsoft.com/office/drawing/2014/main" id="{AA576C83-CFCF-4403-47C9-35AAD069B780}"/>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4" name="TextBox 3">
            <a:extLst>
              <a:ext uri="{FF2B5EF4-FFF2-40B4-BE49-F238E27FC236}">
                <a16:creationId xmlns:a16="http://schemas.microsoft.com/office/drawing/2014/main" id="{D9CFFA7C-0114-8D6F-923A-BF646912F8E7}"/>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16" name="TextBox 15">
            <a:extLst>
              <a:ext uri="{FF2B5EF4-FFF2-40B4-BE49-F238E27FC236}">
                <a16:creationId xmlns:a16="http://schemas.microsoft.com/office/drawing/2014/main" id="{60CB0F5E-8D2E-CD55-0B6E-819ECCCF8565}"/>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chemeClr val="tx1"/>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
        <p:nvSpPr>
          <p:cNvPr id="11" name="Rectangle 10">
            <a:extLst>
              <a:ext uri="{FF2B5EF4-FFF2-40B4-BE49-F238E27FC236}">
                <a16:creationId xmlns:a16="http://schemas.microsoft.com/office/drawing/2014/main" id="{6165DD23-F8B8-7C50-34E5-723685660B38}"/>
              </a:ext>
            </a:extLst>
          </p:cNvPr>
          <p:cNvSpPr/>
          <p:nvPr userDrawn="1"/>
        </p:nvSpPr>
        <p:spPr bwMode="ltGray">
          <a:xfrm>
            <a:off x="1" y="3488261"/>
            <a:ext cx="7064523" cy="2445180"/>
          </a:xfrm>
          <a:prstGeom prst="rect">
            <a:avLst/>
          </a:prstGeom>
          <a:solidFill>
            <a:srgbClr val="2E86AF">
              <a:alpha val="88000"/>
            </a:srgbClr>
          </a:solidFill>
          <a:ln w="12700" cap="flat" cmpd="sng" algn="ctr">
            <a:noFill/>
            <a:prstDash val="solid"/>
            <a:round/>
            <a:headEnd type="none" w="sm" len="sm"/>
            <a:tailEnd type="none" w="sm" len="sm"/>
          </a:ln>
        </p:spPr>
        <p:txBody>
          <a:bodyPr rtlCol="0" anchor="ctr"/>
          <a:lstStyle/>
          <a:p>
            <a:pPr algn="ctr"/>
            <a:endParaRPr lang="en-US">
              <a:latin typeface="+mj-lt"/>
            </a:endParaRPr>
          </a:p>
        </p:txBody>
      </p:sp>
      <p:cxnSp>
        <p:nvCxnSpPr>
          <p:cNvPr id="17" name="Straight Connector 16">
            <a:extLst>
              <a:ext uri="{FF2B5EF4-FFF2-40B4-BE49-F238E27FC236}">
                <a16:creationId xmlns:a16="http://schemas.microsoft.com/office/drawing/2014/main" id="{568901DC-DC20-D81D-93FF-3A58392A1D6F}"/>
              </a:ext>
            </a:extLst>
          </p:cNvPr>
          <p:cNvCxnSpPr>
            <a:cxnSpLocks/>
          </p:cNvCxnSpPr>
          <p:nvPr userDrawn="1"/>
        </p:nvCxnSpPr>
        <p:spPr>
          <a:xfrm>
            <a:off x="402175" y="3778308"/>
            <a:ext cx="6354071"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
        <p:nvSpPr>
          <p:cNvPr id="12" name="Title 1"/>
          <p:cNvSpPr>
            <a:spLocks noGrp="1"/>
          </p:cNvSpPr>
          <p:nvPr>
            <p:ph type="ctrTitle"/>
          </p:nvPr>
        </p:nvSpPr>
        <p:spPr>
          <a:xfrm>
            <a:off x="400047" y="3862413"/>
            <a:ext cx="6354069" cy="1155147"/>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13" name="Subtitle 2"/>
          <p:cNvSpPr>
            <a:spLocks noGrp="1"/>
          </p:cNvSpPr>
          <p:nvPr>
            <p:ph type="subTitle" idx="1"/>
          </p:nvPr>
        </p:nvSpPr>
        <p:spPr>
          <a:xfrm>
            <a:off x="400047" y="5150555"/>
            <a:ext cx="6354069" cy="630436"/>
          </a:xfrm>
          <a:prstGeom prst="rect">
            <a:avLst/>
          </a:prstGeom>
        </p:spPr>
        <p:txBody>
          <a:bodyPr rtlCol="0">
            <a:noAutofit/>
          </a:bodyPr>
          <a:lstStyle>
            <a:lvl1pPr marL="0" indent="0" algn="l" defTabSz="1219027" rtl="0" eaLnBrk="1" latinLnBrk="0" hangingPunct="1">
              <a:lnSpc>
                <a:spcPct val="100000"/>
              </a:lnSpc>
              <a:spcBef>
                <a:spcPts val="0"/>
              </a:spcBef>
              <a:buFont typeface="Arial" pitchFamily="34" charset="0"/>
              <a:buNone/>
              <a:defRPr lang="en-US" sz="2400" b="0" kern="1200" baseline="0" dirty="0">
                <a:solidFill>
                  <a:schemeClr val="tx1"/>
                </a:solidFill>
                <a:latin typeface="Effra Pro" panose="020B0603020203020204" pitchFamily="34" charset="0"/>
                <a:ea typeface="+mn-ea"/>
                <a:cs typeface="+mn-cs"/>
              </a:defRPr>
            </a:lvl1pPr>
            <a:lvl2pPr marL="609513" indent="0" algn="ctr">
              <a:buNone/>
              <a:defRPr>
                <a:solidFill>
                  <a:schemeClr val="tx1">
                    <a:tint val="75000"/>
                  </a:schemeClr>
                </a:solidFill>
              </a:defRPr>
            </a:lvl2pPr>
            <a:lvl3pPr marL="1219027" indent="0" algn="ctr">
              <a:buNone/>
              <a:defRPr>
                <a:solidFill>
                  <a:schemeClr val="tx1">
                    <a:tint val="75000"/>
                  </a:schemeClr>
                </a:solidFill>
              </a:defRPr>
            </a:lvl3pPr>
            <a:lvl4pPr marL="1828541" indent="0" algn="ctr">
              <a:buNone/>
              <a:defRPr>
                <a:solidFill>
                  <a:schemeClr val="tx1">
                    <a:tint val="75000"/>
                  </a:schemeClr>
                </a:solidFill>
              </a:defRPr>
            </a:lvl4pPr>
            <a:lvl5pPr marL="2438054" indent="0" algn="ctr">
              <a:buNone/>
              <a:defRPr>
                <a:solidFill>
                  <a:schemeClr val="tx1">
                    <a:tint val="75000"/>
                  </a:schemeClr>
                </a:solidFill>
              </a:defRPr>
            </a:lvl5pPr>
            <a:lvl6pPr marL="3047568" indent="0" algn="ctr">
              <a:buNone/>
              <a:defRPr>
                <a:solidFill>
                  <a:schemeClr val="tx1">
                    <a:tint val="75000"/>
                  </a:schemeClr>
                </a:solidFill>
              </a:defRPr>
            </a:lvl6pPr>
            <a:lvl7pPr marL="3657081" indent="0" algn="ctr">
              <a:buNone/>
              <a:defRPr>
                <a:solidFill>
                  <a:schemeClr val="tx1">
                    <a:tint val="75000"/>
                  </a:schemeClr>
                </a:solidFill>
              </a:defRPr>
            </a:lvl7pPr>
            <a:lvl8pPr marL="4266595" indent="0" algn="ctr">
              <a:buNone/>
              <a:defRPr>
                <a:solidFill>
                  <a:schemeClr val="tx1">
                    <a:tint val="75000"/>
                  </a:schemeClr>
                </a:solidFill>
              </a:defRPr>
            </a:lvl8pPr>
            <a:lvl9pPr marL="4876107" indent="0" algn="ctr">
              <a:buNone/>
              <a:defRPr>
                <a:solidFill>
                  <a:schemeClr val="tx1">
                    <a:tint val="75000"/>
                  </a:schemeClr>
                </a:solidFill>
              </a:defRPr>
            </a:lvl9pPr>
          </a:lstStyle>
          <a:p>
            <a:pPr>
              <a:spcBef>
                <a:spcPct val="0"/>
              </a:spcBef>
            </a:pPr>
            <a:r>
              <a:rPr lang="en-US"/>
              <a:t>Click to edit Master subtitle style</a:t>
            </a:r>
          </a:p>
        </p:txBody>
      </p:sp>
    </p:spTree>
    <p:extLst>
      <p:ext uri="{BB962C8B-B14F-4D97-AF65-F5344CB8AC3E}">
        <p14:creationId xmlns:p14="http://schemas.microsoft.com/office/powerpoint/2010/main" val="55335517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8EA975B-F186-5B1B-C9A7-4793BF252D90}"/>
              </a:ext>
            </a:extLst>
          </p:cNvPr>
          <p:cNvPicPr>
            <a:picLocks noChangeAspect="1"/>
          </p:cNvPicPr>
          <p:nvPr userDrawn="1"/>
        </p:nvPicPr>
        <p:blipFill>
          <a:blip r:embed="rId2">
            <a:extLst>
              <a:ext uri="{28A0092B-C50C-407E-A947-70E740481C1C}">
                <a14:useLocalDpi xmlns:a14="http://schemas.microsoft.com/office/drawing/2010/main" val="0"/>
              </a:ext>
            </a:extLst>
          </a:blip>
          <a:srcRect l="4864" t="31208" r="7308" b="11803"/>
          <a:stretch/>
        </p:blipFill>
        <p:spPr>
          <a:xfrm>
            <a:off x="0" y="0"/>
            <a:ext cx="12192000" cy="5933440"/>
          </a:xfrm>
          <a:prstGeom prst="rect">
            <a:avLst/>
          </a:prstGeom>
        </p:spPr>
      </p:pic>
      <p:pic>
        <p:nvPicPr>
          <p:cNvPr id="2" name="Picture 1" descr="A blue and black logo  Description automatically generated">
            <a:extLst>
              <a:ext uri="{FF2B5EF4-FFF2-40B4-BE49-F238E27FC236}">
                <a16:creationId xmlns:a16="http://schemas.microsoft.com/office/drawing/2014/main" id="{50CDBA03-BB32-0968-82AD-C1944C799FE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sp>
        <p:nvSpPr>
          <p:cNvPr id="3" name="Slide Number Placeholder 9">
            <a:extLst>
              <a:ext uri="{FF2B5EF4-FFF2-40B4-BE49-F238E27FC236}">
                <a16:creationId xmlns:a16="http://schemas.microsoft.com/office/drawing/2014/main" id="{AA576C83-CFCF-4403-47C9-35AAD069B780}"/>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4" name="TextBox 3">
            <a:extLst>
              <a:ext uri="{FF2B5EF4-FFF2-40B4-BE49-F238E27FC236}">
                <a16:creationId xmlns:a16="http://schemas.microsoft.com/office/drawing/2014/main" id="{D9CFFA7C-0114-8D6F-923A-BF646912F8E7}"/>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5" name="TextBox 4">
            <a:extLst>
              <a:ext uri="{FF2B5EF4-FFF2-40B4-BE49-F238E27FC236}">
                <a16:creationId xmlns:a16="http://schemas.microsoft.com/office/drawing/2014/main" id="{2CE069B5-B49F-C3AB-EE6D-F1C2178B983E}"/>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chemeClr val="tx1"/>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
        <p:nvSpPr>
          <p:cNvPr id="8" name="Rectangle 7">
            <a:extLst>
              <a:ext uri="{FF2B5EF4-FFF2-40B4-BE49-F238E27FC236}">
                <a16:creationId xmlns:a16="http://schemas.microsoft.com/office/drawing/2014/main" id="{C2538352-F6FF-F3DE-A18D-1C8D0B19ABDD}"/>
              </a:ext>
            </a:extLst>
          </p:cNvPr>
          <p:cNvSpPr/>
          <p:nvPr userDrawn="1"/>
        </p:nvSpPr>
        <p:spPr bwMode="ltGray">
          <a:xfrm>
            <a:off x="1" y="3488261"/>
            <a:ext cx="7064523" cy="2445180"/>
          </a:xfrm>
          <a:prstGeom prst="rect">
            <a:avLst/>
          </a:prstGeom>
          <a:solidFill>
            <a:srgbClr val="2E86AF">
              <a:alpha val="88000"/>
            </a:srgbClr>
          </a:solidFill>
          <a:ln w="12700" cap="flat" cmpd="sng" algn="ctr">
            <a:noFill/>
            <a:prstDash val="solid"/>
            <a:round/>
            <a:headEnd type="none" w="sm" len="sm"/>
            <a:tailEnd type="none" w="sm" len="sm"/>
          </a:ln>
        </p:spPr>
        <p:txBody>
          <a:bodyPr rtlCol="0" anchor="ctr"/>
          <a:lstStyle/>
          <a:p>
            <a:pPr algn="ctr"/>
            <a:endParaRPr lang="en-US">
              <a:latin typeface="+mj-lt"/>
            </a:endParaRPr>
          </a:p>
        </p:txBody>
      </p:sp>
      <p:cxnSp>
        <p:nvCxnSpPr>
          <p:cNvPr id="14" name="Straight Connector 13">
            <a:extLst>
              <a:ext uri="{FF2B5EF4-FFF2-40B4-BE49-F238E27FC236}">
                <a16:creationId xmlns:a16="http://schemas.microsoft.com/office/drawing/2014/main" id="{D7C66257-D3F4-062A-DFCC-27C740DEA4C4}"/>
              </a:ext>
            </a:extLst>
          </p:cNvPr>
          <p:cNvCxnSpPr>
            <a:cxnSpLocks/>
          </p:cNvCxnSpPr>
          <p:nvPr userDrawn="1"/>
        </p:nvCxnSpPr>
        <p:spPr>
          <a:xfrm>
            <a:off x="402175" y="3778308"/>
            <a:ext cx="6354071"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
        <p:nvSpPr>
          <p:cNvPr id="12" name="Title 1"/>
          <p:cNvSpPr>
            <a:spLocks noGrp="1"/>
          </p:cNvSpPr>
          <p:nvPr>
            <p:ph type="ctrTitle"/>
          </p:nvPr>
        </p:nvSpPr>
        <p:spPr>
          <a:xfrm>
            <a:off x="406429" y="3860838"/>
            <a:ext cx="6326400" cy="1277996"/>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13" name="Subtitle 2"/>
          <p:cNvSpPr>
            <a:spLocks noGrp="1"/>
          </p:cNvSpPr>
          <p:nvPr>
            <p:ph type="subTitle" idx="1"/>
          </p:nvPr>
        </p:nvSpPr>
        <p:spPr>
          <a:xfrm>
            <a:off x="404745" y="5150233"/>
            <a:ext cx="6326400" cy="794601"/>
          </a:xfrm>
          <a:prstGeom prst="rect">
            <a:avLst/>
          </a:prstGeom>
        </p:spPr>
        <p:txBody>
          <a:bodyPr rtlCol="0">
            <a:noAutofit/>
          </a:bodyPr>
          <a:lstStyle>
            <a:lvl1pPr marL="0" indent="0" algn="l" defTabSz="1219027" rtl="0" eaLnBrk="1" latinLnBrk="0" hangingPunct="1">
              <a:lnSpc>
                <a:spcPct val="100000"/>
              </a:lnSpc>
              <a:spcBef>
                <a:spcPts val="0"/>
              </a:spcBef>
              <a:buFont typeface="Arial" pitchFamily="34" charset="0"/>
              <a:buNone/>
              <a:defRPr lang="en-US" sz="2400" b="0" kern="1200" baseline="0" dirty="0">
                <a:solidFill>
                  <a:schemeClr val="tx1"/>
                </a:solidFill>
                <a:latin typeface="Effra Pro" panose="020B0603020203020204" pitchFamily="34" charset="0"/>
                <a:ea typeface="+mn-ea"/>
                <a:cs typeface="+mn-cs"/>
              </a:defRPr>
            </a:lvl1pPr>
            <a:lvl2pPr marL="609513" indent="0" algn="ctr">
              <a:buNone/>
              <a:defRPr>
                <a:solidFill>
                  <a:schemeClr val="tx1">
                    <a:tint val="75000"/>
                  </a:schemeClr>
                </a:solidFill>
              </a:defRPr>
            </a:lvl2pPr>
            <a:lvl3pPr marL="1219027" indent="0" algn="ctr">
              <a:buNone/>
              <a:defRPr>
                <a:solidFill>
                  <a:schemeClr val="tx1">
                    <a:tint val="75000"/>
                  </a:schemeClr>
                </a:solidFill>
              </a:defRPr>
            </a:lvl3pPr>
            <a:lvl4pPr marL="1828541" indent="0" algn="ctr">
              <a:buNone/>
              <a:defRPr>
                <a:solidFill>
                  <a:schemeClr val="tx1">
                    <a:tint val="75000"/>
                  </a:schemeClr>
                </a:solidFill>
              </a:defRPr>
            </a:lvl4pPr>
            <a:lvl5pPr marL="2438054" indent="0" algn="ctr">
              <a:buNone/>
              <a:defRPr>
                <a:solidFill>
                  <a:schemeClr val="tx1">
                    <a:tint val="75000"/>
                  </a:schemeClr>
                </a:solidFill>
              </a:defRPr>
            </a:lvl5pPr>
            <a:lvl6pPr marL="3047568" indent="0" algn="ctr">
              <a:buNone/>
              <a:defRPr>
                <a:solidFill>
                  <a:schemeClr val="tx1">
                    <a:tint val="75000"/>
                  </a:schemeClr>
                </a:solidFill>
              </a:defRPr>
            </a:lvl6pPr>
            <a:lvl7pPr marL="3657081" indent="0" algn="ctr">
              <a:buNone/>
              <a:defRPr>
                <a:solidFill>
                  <a:schemeClr val="tx1">
                    <a:tint val="75000"/>
                  </a:schemeClr>
                </a:solidFill>
              </a:defRPr>
            </a:lvl7pPr>
            <a:lvl8pPr marL="4266595" indent="0" algn="ctr">
              <a:buNone/>
              <a:defRPr>
                <a:solidFill>
                  <a:schemeClr val="tx1">
                    <a:tint val="75000"/>
                  </a:schemeClr>
                </a:solidFill>
              </a:defRPr>
            </a:lvl8pPr>
            <a:lvl9pPr marL="4876107" indent="0" algn="ctr">
              <a:buNone/>
              <a:defRPr>
                <a:solidFill>
                  <a:schemeClr val="tx1">
                    <a:tint val="75000"/>
                  </a:schemeClr>
                </a:solidFill>
              </a:defRPr>
            </a:lvl9pPr>
          </a:lstStyle>
          <a:p>
            <a:pPr>
              <a:spcBef>
                <a:spcPct val="0"/>
              </a:spcBef>
            </a:pPr>
            <a:r>
              <a:rPr lang="en-US"/>
              <a:t>Click to edit Master subtitle style</a:t>
            </a:r>
          </a:p>
        </p:txBody>
      </p:sp>
    </p:spTree>
    <p:extLst>
      <p:ext uri="{BB962C8B-B14F-4D97-AF65-F5344CB8AC3E}">
        <p14:creationId xmlns:p14="http://schemas.microsoft.com/office/powerpoint/2010/main" val="22026788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8EA975B-F186-5B1B-C9A7-4793BF252D90}"/>
              </a:ext>
            </a:extLst>
          </p:cNvPr>
          <p:cNvPicPr>
            <a:picLocks noChangeAspect="1"/>
          </p:cNvPicPr>
          <p:nvPr userDrawn="1"/>
        </p:nvPicPr>
        <p:blipFill>
          <a:blip r:embed="rId2">
            <a:extLst>
              <a:ext uri="{28A0092B-C50C-407E-A947-70E740481C1C}">
                <a14:useLocalDpi xmlns:a14="http://schemas.microsoft.com/office/drawing/2010/main" val="0"/>
              </a:ext>
            </a:extLst>
          </a:blip>
          <a:srcRect t="25896" b="1104"/>
          <a:stretch/>
        </p:blipFill>
        <p:spPr>
          <a:xfrm>
            <a:off x="0" y="0"/>
            <a:ext cx="12192000" cy="5933440"/>
          </a:xfrm>
          <a:prstGeom prst="rect">
            <a:avLst/>
          </a:prstGeom>
        </p:spPr>
      </p:pic>
      <p:sp>
        <p:nvSpPr>
          <p:cNvPr id="5" name="Rectangle 4">
            <a:extLst>
              <a:ext uri="{FF2B5EF4-FFF2-40B4-BE49-F238E27FC236}">
                <a16:creationId xmlns:a16="http://schemas.microsoft.com/office/drawing/2014/main" id="{45910567-731F-E3FC-9799-CC7CF236D9F2}"/>
              </a:ext>
            </a:extLst>
          </p:cNvPr>
          <p:cNvSpPr/>
          <p:nvPr userDrawn="1"/>
        </p:nvSpPr>
        <p:spPr bwMode="ltGray">
          <a:xfrm>
            <a:off x="1" y="3488261"/>
            <a:ext cx="7064523" cy="2445180"/>
          </a:xfrm>
          <a:prstGeom prst="rect">
            <a:avLst/>
          </a:prstGeom>
          <a:solidFill>
            <a:srgbClr val="2E86AF">
              <a:alpha val="88000"/>
            </a:srgbClr>
          </a:solidFill>
          <a:ln w="12700" cap="flat" cmpd="sng" algn="ctr">
            <a:noFill/>
            <a:prstDash val="solid"/>
            <a:round/>
            <a:headEnd type="none" w="sm" len="sm"/>
            <a:tailEnd type="none" w="sm" len="sm"/>
          </a:ln>
        </p:spPr>
        <p:txBody>
          <a:bodyPr rtlCol="0" anchor="ctr"/>
          <a:lstStyle/>
          <a:p>
            <a:pPr algn="ctr"/>
            <a:endParaRPr lang="en-US">
              <a:latin typeface="+mj-lt"/>
            </a:endParaRPr>
          </a:p>
        </p:txBody>
      </p:sp>
      <p:cxnSp>
        <p:nvCxnSpPr>
          <p:cNvPr id="10" name="Straight Connector 9">
            <a:extLst>
              <a:ext uri="{FF2B5EF4-FFF2-40B4-BE49-F238E27FC236}">
                <a16:creationId xmlns:a16="http://schemas.microsoft.com/office/drawing/2014/main" id="{8201C10E-DB33-E1C0-6183-D36C12CC2C8C}"/>
              </a:ext>
            </a:extLst>
          </p:cNvPr>
          <p:cNvCxnSpPr>
            <a:cxnSpLocks/>
          </p:cNvCxnSpPr>
          <p:nvPr userDrawn="1"/>
        </p:nvCxnSpPr>
        <p:spPr>
          <a:xfrm>
            <a:off x="402175" y="3778308"/>
            <a:ext cx="6354071"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
        <p:nvSpPr>
          <p:cNvPr id="12" name="Title 1"/>
          <p:cNvSpPr>
            <a:spLocks noGrp="1"/>
          </p:cNvSpPr>
          <p:nvPr>
            <p:ph type="ctrTitle"/>
          </p:nvPr>
        </p:nvSpPr>
        <p:spPr>
          <a:xfrm>
            <a:off x="402175" y="3858619"/>
            <a:ext cx="6326400" cy="1116956"/>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13" name="Subtitle 2"/>
          <p:cNvSpPr>
            <a:spLocks noGrp="1"/>
          </p:cNvSpPr>
          <p:nvPr>
            <p:ph type="subTitle" idx="1"/>
          </p:nvPr>
        </p:nvSpPr>
        <p:spPr>
          <a:xfrm>
            <a:off x="406431" y="5155865"/>
            <a:ext cx="6326400" cy="739663"/>
          </a:xfrm>
          <a:prstGeom prst="rect">
            <a:avLst/>
          </a:prstGeom>
        </p:spPr>
        <p:txBody>
          <a:bodyPr rtlCol="0">
            <a:noAutofit/>
          </a:bodyPr>
          <a:lstStyle>
            <a:lvl1pPr marL="0" indent="0" algn="l" defTabSz="1219027" rtl="0" eaLnBrk="1" latinLnBrk="0" hangingPunct="1">
              <a:lnSpc>
                <a:spcPct val="100000"/>
              </a:lnSpc>
              <a:spcBef>
                <a:spcPts val="0"/>
              </a:spcBef>
              <a:buFont typeface="Arial" pitchFamily="34" charset="0"/>
              <a:buNone/>
              <a:defRPr lang="en-US" sz="2400" b="0" kern="1200" baseline="0" dirty="0">
                <a:solidFill>
                  <a:schemeClr val="tx1"/>
                </a:solidFill>
                <a:latin typeface="Effra Pro" panose="020B0603020203020204" pitchFamily="34" charset="0"/>
                <a:ea typeface="+mn-ea"/>
                <a:cs typeface="+mn-cs"/>
              </a:defRPr>
            </a:lvl1pPr>
            <a:lvl2pPr marL="609513" indent="0" algn="ctr">
              <a:buNone/>
              <a:defRPr>
                <a:solidFill>
                  <a:schemeClr val="tx1">
                    <a:tint val="75000"/>
                  </a:schemeClr>
                </a:solidFill>
              </a:defRPr>
            </a:lvl2pPr>
            <a:lvl3pPr marL="1219027" indent="0" algn="ctr">
              <a:buNone/>
              <a:defRPr>
                <a:solidFill>
                  <a:schemeClr val="tx1">
                    <a:tint val="75000"/>
                  </a:schemeClr>
                </a:solidFill>
              </a:defRPr>
            </a:lvl3pPr>
            <a:lvl4pPr marL="1828541" indent="0" algn="ctr">
              <a:buNone/>
              <a:defRPr>
                <a:solidFill>
                  <a:schemeClr val="tx1">
                    <a:tint val="75000"/>
                  </a:schemeClr>
                </a:solidFill>
              </a:defRPr>
            </a:lvl4pPr>
            <a:lvl5pPr marL="2438054" indent="0" algn="ctr">
              <a:buNone/>
              <a:defRPr>
                <a:solidFill>
                  <a:schemeClr val="tx1">
                    <a:tint val="75000"/>
                  </a:schemeClr>
                </a:solidFill>
              </a:defRPr>
            </a:lvl5pPr>
            <a:lvl6pPr marL="3047568" indent="0" algn="ctr">
              <a:buNone/>
              <a:defRPr>
                <a:solidFill>
                  <a:schemeClr val="tx1">
                    <a:tint val="75000"/>
                  </a:schemeClr>
                </a:solidFill>
              </a:defRPr>
            </a:lvl6pPr>
            <a:lvl7pPr marL="3657081" indent="0" algn="ctr">
              <a:buNone/>
              <a:defRPr>
                <a:solidFill>
                  <a:schemeClr val="tx1">
                    <a:tint val="75000"/>
                  </a:schemeClr>
                </a:solidFill>
              </a:defRPr>
            </a:lvl7pPr>
            <a:lvl8pPr marL="4266595" indent="0" algn="ctr">
              <a:buNone/>
              <a:defRPr>
                <a:solidFill>
                  <a:schemeClr val="tx1">
                    <a:tint val="75000"/>
                  </a:schemeClr>
                </a:solidFill>
              </a:defRPr>
            </a:lvl8pPr>
            <a:lvl9pPr marL="4876107" indent="0" algn="ctr">
              <a:buNone/>
              <a:defRPr>
                <a:solidFill>
                  <a:schemeClr val="tx1">
                    <a:tint val="75000"/>
                  </a:schemeClr>
                </a:solidFill>
              </a:defRPr>
            </a:lvl9pPr>
          </a:lstStyle>
          <a:p>
            <a:pPr>
              <a:spcBef>
                <a:spcPct val="0"/>
              </a:spcBef>
            </a:pPr>
            <a:r>
              <a:rPr lang="en-US"/>
              <a:t>Click to edit Master subtitle style</a:t>
            </a:r>
          </a:p>
        </p:txBody>
      </p:sp>
      <p:pic>
        <p:nvPicPr>
          <p:cNvPr id="2" name="Picture 1" descr="A blue and black logo  Description automatically generated">
            <a:extLst>
              <a:ext uri="{FF2B5EF4-FFF2-40B4-BE49-F238E27FC236}">
                <a16:creationId xmlns:a16="http://schemas.microsoft.com/office/drawing/2014/main" id="{50CDBA03-BB32-0968-82AD-C1944C799FE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sp>
        <p:nvSpPr>
          <p:cNvPr id="3" name="Slide Number Placeholder 9">
            <a:extLst>
              <a:ext uri="{FF2B5EF4-FFF2-40B4-BE49-F238E27FC236}">
                <a16:creationId xmlns:a16="http://schemas.microsoft.com/office/drawing/2014/main" id="{AA576C83-CFCF-4403-47C9-35AAD069B780}"/>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4" name="TextBox 3">
            <a:extLst>
              <a:ext uri="{FF2B5EF4-FFF2-40B4-BE49-F238E27FC236}">
                <a16:creationId xmlns:a16="http://schemas.microsoft.com/office/drawing/2014/main" id="{D9CFFA7C-0114-8D6F-923A-BF646912F8E7}"/>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7" name="TextBox 6">
            <a:extLst>
              <a:ext uri="{FF2B5EF4-FFF2-40B4-BE49-F238E27FC236}">
                <a16:creationId xmlns:a16="http://schemas.microsoft.com/office/drawing/2014/main" id="{A6A8A39A-B274-BDBB-CD4F-B36E86AE2E13}"/>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2E86AF"/>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Tree>
    <p:extLst>
      <p:ext uri="{BB962C8B-B14F-4D97-AF65-F5344CB8AC3E}">
        <p14:creationId xmlns:p14="http://schemas.microsoft.com/office/powerpoint/2010/main" val="291684475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8EA975B-F186-5B1B-C9A7-4793BF252D90}"/>
              </a:ext>
            </a:extLst>
          </p:cNvPr>
          <p:cNvPicPr>
            <a:picLocks noChangeAspect="1"/>
          </p:cNvPicPr>
          <p:nvPr userDrawn="1"/>
        </p:nvPicPr>
        <p:blipFill>
          <a:blip r:embed="rId2">
            <a:extLst>
              <a:ext uri="{28A0092B-C50C-407E-A947-70E740481C1C}">
                <a14:useLocalDpi xmlns:a14="http://schemas.microsoft.com/office/drawing/2010/main" val="0"/>
              </a:ext>
            </a:extLst>
          </a:blip>
          <a:srcRect l="15584" t="37366" r="942" b="1775"/>
          <a:stretch/>
        </p:blipFill>
        <p:spPr>
          <a:xfrm flipH="1">
            <a:off x="0" y="0"/>
            <a:ext cx="12192000" cy="5933440"/>
          </a:xfrm>
          <a:prstGeom prst="rect">
            <a:avLst/>
          </a:prstGeom>
        </p:spPr>
      </p:pic>
      <p:sp>
        <p:nvSpPr>
          <p:cNvPr id="9" name="Rectangle 8">
            <a:extLst>
              <a:ext uri="{FF2B5EF4-FFF2-40B4-BE49-F238E27FC236}">
                <a16:creationId xmlns:a16="http://schemas.microsoft.com/office/drawing/2014/main" id="{DF0FA295-FC70-86E0-FDF7-36B321D75196}"/>
              </a:ext>
            </a:extLst>
          </p:cNvPr>
          <p:cNvSpPr/>
          <p:nvPr userDrawn="1"/>
        </p:nvSpPr>
        <p:spPr bwMode="ltGray">
          <a:xfrm>
            <a:off x="1" y="3488261"/>
            <a:ext cx="7064523" cy="2445180"/>
          </a:xfrm>
          <a:prstGeom prst="rect">
            <a:avLst/>
          </a:prstGeom>
          <a:solidFill>
            <a:srgbClr val="2E86AF">
              <a:alpha val="88000"/>
            </a:srgbClr>
          </a:solidFill>
          <a:ln w="12700" cap="flat" cmpd="sng" algn="ctr">
            <a:noFill/>
            <a:prstDash val="solid"/>
            <a:round/>
            <a:headEnd type="none" w="sm" len="sm"/>
            <a:tailEnd type="none" w="sm" len="sm"/>
          </a:ln>
        </p:spPr>
        <p:txBody>
          <a:bodyPr rtlCol="0" anchor="ctr"/>
          <a:lstStyle/>
          <a:p>
            <a:pPr algn="ctr"/>
            <a:endParaRPr lang="en-US">
              <a:latin typeface="+mj-lt"/>
            </a:endParaRPr>
          </a:p>
        </p:txBody>
      </p:sp>
      <p:sp>
        <p:nvSpPr>
          <p:cNvPr id="12" name="Title 1"/>
          <p:cNvSpPr>
            <a:spLocks noGrp="1"/>
          </p:cNvSpPr>
          <p:nvPr>
            <p:ph type="ctrTitle"/>
          </p:nvPr>
        </p:nvSpPr>
        <p:spPr>
          <a:xfrm>
            <a:off x="402175" y="3860837"/>
            <a:ext cx="6326400" cy="1222219"/>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13" name="Subtitle 2"/>
          <p:cNvSpPr>
            <a:spLocks noGrp="1"/>
          </p:cNvSpPr>
          <p:nvPr>
            <p:ph type="subTitle" idx="1"/>
          </p:nvPr>
        </p:nvSpPr>
        <p:spPr>
          <a:xfrm>
            <a:off x="402175" y="5150026"/>
            <a:ext cx="6326400" cy="641041"/>
          </a:xfrm>
          <a:prstGeom prst="rect">
            <a:avLst/>
          </a:prstGeom>
        </p:spPr>
        <p:txBody>
          <a:bodyPr rtlCol="0">
            <a:noAutofit/>
          </a:bodyPr>
          <a:lstStyle>
            <a:lvl1pPr marL="0" indent="0" algn="l" defTabSz="1219027" rtl="0" eaLnBrk="1" latinLnBrk="0" hangingPunct="1">
              <a:lnSpc>
                <a:spcPct val="100000"/>
              </a:lnSpc>
              <a:spcBef>
                <a:spcPts val="0"/>
              </a:spcBef>
              <a:buFont typeface="Arial" pitchFamily="34" charset="0"/>
              <a:buNone/>
              <a:defRPr lang="en-US" sz="2400" b="0" kern="1200" baseline="0" dirty="0">
                <a:solidFill>
                  <a:schemeClr val="tx1"/>
                </a:solidFill>
                <a:latin typeface="Effra Pro" panose="020B0603020203020204" pitchFamily="34" charset="0"/>
                <a:ea typeface="+mn-ea"/>
                <a:cs typeface="+mn-cs"/>
              </a:defRPr>
            </a:lvl1pPr>
            <a:lvl2pPr marL="609513" indent="0" algn="ctr">
              <a:buNone/>
              <a:defRPr>
                <a:solidFill>
                  <a:schemeClr val="tx1">
                    <a:tint val="75000"/>
                  </a:schemeClr>
                </a:solidFill>
              </a:defRPr>
            </a:lvl2pPr>
            <a:lvl3pPr marL="1219027" indent="0" algn="ctr">
              <a:buNone/>
              <a:defRPr>
                <a:solidFill>
                  <a:schemeClr val="tx1">
                    <a:tint val="75000"/>
                  </a:schemeClr>
                </a:solidFill>
              </a:defRPr>
            </a:lvl3pPr>
            <a:lvl4pPr marL="1828541" indent="0" algn="ctr">
              <a:buNone/>
              <a:defRPr>
                <a:solidFill>
                  <a:schemeClr val="tx1">
                    <a:tint val="75000"/>
                  </a:schemeClr>
                </a:solidFill>
              </a:defRPr>
            </a:lvl4pPr>
            <a:lvl5pPr marL="2438054" indent="0" algn="ctr">
              <a:buNone/>
              <a:defRPr>
                <a:solidFill>
                  <a:schemeClr val="tx1">
                    <a:tint val="75000"/>
                  </a:schemeClr>
                </a:solidFill>
              </a:defRPr>
            </a:lvl5pPr>
            <a:lvl6pPr marL="3047568" indent="0" algn="ctr">
              <a:buNone/>
              <a:defRPr>
                <a:solidFill>
                  <a:schemeClr val="tx1">
                    <a:tint val="75000"/>
                  </a:schemeClr>
                </a:solidFill>
              </a:defRPr>
            </a:lvl6pPr>
            <a:lvl7pPr marL="3657081" indent="0" algn="ctr">
              <a:buNone/>
              <a:defRPr>
                <a:solidFill>
                  <a:schemeClr val="tx1">
                    <a:tint val="75000"/>
                  </a:schemeClr>
                </a:solidFill>
              </a:defRPr>
            </a:lvl7pPr>
            <a:lvl8pPr marL="4266595" indent="0" algn="ctr">
              <a:buNone/>
              <a:defRPr>
                <a:solidFill>
                  <a:schemeClr val="tx1">
                    <a:tint val="75000"/>
                  </a:schemeClr>
                </a:solidFill>
              </a:defRPr>
            </a:lvl8pPr>
            <a:lvl9pPr marL="4876107" indent="0" algn="ctr">
              <a:buNone/>
              <a:defRPr>
                <a:solidFill>
                  <a:schemeClr val="tx1">
                    <a:tint val="75000"/>
                  </a:schemeClr>
                </a:solidFill>
              </a:defRPr>
            </a:lvl9pPr>
          </a:lstStyle>
          <a:p>
            <a:pPr>
              <a:spcBef>
                <a:spcPct val="0"/>
              </a:spcBef>
            </a:pPr>
            <a:r>
              <a:rPr lang="en-US"/>
              <a:t>Click to edit Master subtitle style</a:t>
            </a:r>
          </a:p>
        </p:txBody>
      </p:sp>
      <p:pic>
        <p:nvPicPr>
          <p:cNvPr id="2" name="Picture 1" descr="A blue and black logo  Description automatically generated">
            <a:extLst>
              <a:ext uri="{FF2B5EF4-FFF2-40B4-BE49-F238E27FC236}">
                <a16:creationId xmlns:a16="http://schemas.microsoft.com/office/drawing/2014/main" id="{50CDBA03-BB32-0968-82AD-C1944C799FE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sp>
        <p:nvSpPr>
          <p:cNvPr id="3" name="Slide Number Placeholder 9">
            <a:extLst>
              <a:ext uri="{FF2B5EF4-FFF2-40B4-BE49-F238E27FC236}">
                <a16:creationId xmlns:a16="http://schemas.microsoft.com/office/drawing/2014/main" id="{AA576C83-CFCF-4403-47C9-35AAD069B780}"/>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4" name="TextBox 3">
            <a:extLst>
              <a:ext uri="{FF2B5EF4-FFF2-40B4-BE49-F238E27FC236}">
                <a16:creationId xmlns:a16="http://schemas.microsoft.com/office/drawing/2014/main" id="{D9CFFA7C-0114-8D6F-923A-BF646912F8E7}"/>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cxnSp>
        <p:nvCxnSpPr>
          <p:cNvPr id="8" name="Straight Connector 7">
            <a:extLst>
              <a:ext uri="{FF2B5EF4-FFF2-40B4-BE49-F238E27FC236}">
                <a16:creationId xmlns:a16="http://schemas.microsoft.com/office/drawing/2014/main" id="{5DDBEC11-B732-D6ED-4932-386D116C25BC}"/>
              </a:ext>
            </a:extLst>
          </p:cNvPr>
          <p:cNvCxnSpPr>
            <a:cxnSpLocks/>
          </p:cNvCxnSpPr>
          <p:nvPr userDrawn="1"/>
        </p:nvCxnSpPr>
        <p:spPr>
          <a:xfrm>
            <a:off x="402175" y="3778308"/>
            <a:ext cx="6354071"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2624296-2AA1-E517-EE37-B22C1A8A06F6}"/>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chemeClr val="tx1"/>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Tree>
    <p:extLst>
      <p:ext uri="{BB962C8B-B14F-4D97-AF65-F5344CB8AC3E}">
        <p14:creationId xmlns:p14="http://schemas.microsoft.com/office/powerpoint/2010/main" val="154925563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B2D4E4">
            <a:alpha val="60000"/>
          </a:srgbClr>
        </a:solidFill>
        <a:effectLst/>
      </p:bgPr>
    </p:bg>
    <p:spTree>
      <p:nvGrpSpPr>
        <p:cNvPr id="1" name=""/>
        <p:cNvGrpSpPr/>
        <p:nvPr/>
      </p:nvGrpSpPr>
      <p:grpSpPr>
        <a:xfrm>
          <a:off x="0" y="0"/>
          <a:ext cx="0" cy="0"/>
          <a:chOff x="0" y="0"/>
          <a:chExt cx="0" cy="0"/>
        </a:xfrm>
      </p:grpSpPr>
      <p:sp>
        <p:nvSpPr>
          <p:cNvPr id="14" name="Rectangle 13"/>
          <p:cNvSpPr/>
          <p:nvPr userDrawn="1"/>
        </p:nvSpPr>
        <p:spPr>
          <a:xfrm>
            <a:off x="3053698" y="-4642"/>
            <a:ext cx="9138303" cy="5947873"/>
          </a:xfrm>
          <a:prstGeom prst="rect">
            <a:avLst/>
          </a:prstGeom>
          <a:solidFill>
            <a:srgbClr val="2E86A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lvl="0" algn="ctr"/>
            <a:endParaRPr lang="en-US"/>
          </a:p>
        </p:txBody>
      </p:sp>
      <p:sp>
        <p:nvSpPr>
          <p:cNvPr id="12" name="Title 1"/>
          <p:cNvSpPr>
            <a:spLocks noGrp="1"/>
          </p:cNvSpPr>
          <p:nvPr>
            <p:ph type="ctrTitle"/>
          </p:nvPr>
        </p:nvSpPr>
        <p:spPr>
          <a:xfrm>
            <a:off x="3434217" y="2797763"/>
            <a:ext cx="8364432" cy="1513487"/>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13" name="Subtitle 2"/>
          <p:cNvSpPr>
            <a:spLocks noGrp="1"/>
          </p:cNvSpPr>
          <p:nvPr>
            <p:ph type="subTitle" idx="1"/>
          </p:nvPr>
        </p:nvSpPr>
        <p:spPr>
          <a:xfrm>
            <a:off x="3434215" y="4969617"/>
            <a:ext cx="8364431" cy="978256"/>
          </a:xfrm>
          <a:prstGeom prst="rect">
            <a:avLst/>
          </a:prstGeom>
        </p:spPr>
        <p:txBody>
          <a:bodyPr rtlCol="0">
            <a:noAutofit/>
          </a:bodyPr>
          <a:lstStyle>
            <a:lvl1pPr marL="0" indent="0" algn="l" defTabSz="1219027" rtl="0" eaLnBrk="1" latinLnBrk="0" hangingPunct="1">
              <a:lnSpc>
                <a:spcPct val="100000"/>
              </a:lnSpc>
              <a:spcBef>
                <a:spcPts val="0"/>
              </a:spcBef>
              <a:buFont typeface="Arial" pitchFamily="34" charset="0"/>
              <a:buNone/>
              <a:defRPr lang="en-US" sz="2400" b="0" kern="1200" baseline="0" dirty="0">
                <a:solidFill>
                  <a:schemeClr val="tx1"/>
                </a:solidFill>
                <a:latin typeface="Effra Pro" panose="020B0603020203020204" pitchFamily="34" charset="0"/>
                <a:ea typeface="+mn-ea"/>
                <a:cs typeface="+mn-cs"/>
              </a:defRPr>
            </a:lvl1pPr>
            <a:lvl2pPr marL="609513" indent="0" algn="ctr">
              <a:buNone/>
              <a:defRPr>
                <a:solidFill>
                  <a:schemeClr val="tx1">
                    <a:tint val="75000"/>
                  </a:schemeClr>
                </a:solidFill>
              </a:defRPr>
            </a:lvl2pPr>
            <a:lvl3pPr marL="1219027" indent="0" algn="ctr">
              <a:buNone/>
              <a:defRPr>
                <a:solidFill>
                  <a:schemeClr val="tx1">
                    <a:tint val="75000"/>
                  </a:schemeClr>
                </a:solidFill>
              </a:defRPr>
            </a:lvl3pPr>
            <a:lvl4pPr marL="1828541" indent="0" algn="ctr">
              <a:buNone/>
              <a:defRPr>
                <a:solidFill>
                  <a:schemeClr val="tx1">
                    <a:tint val="75000"/>
                  </a:schemeClr>
                </a:solidFill>
              </a:defRPr>
            </a:lvl4pPr>
            <a:lvl5pPr marL="2438054" indent="0" algn="ctr">
              <a:buNone/>
              <a:defRPr>
                <a:solidFill>
                  <a:schemeClr val="tx1">
                    <a:tint val="75000"/>
                  </a:schemeClr>
                </a:solidFill>
              </a:defRPr>
            </a:lvl5pPr>
            <a:lvl6pPr marL="3047568" indent="0" algn="ctr">
              <a:buNone/>
              <a:defRPr>
                <a:solidFill>
                  <a:schemeClr val="tx1">
                    <a:tint val="75000"/>
                  </a:schemeClr>
                </a:solidFill>
              </a:defRPr>
            </a:lvl6pPr>
            <a:lvl7pPr marL="3657081" indent="0" algn="ctr">
              <a:buNone/>
              <a:defRPr>
                <a:solidFill>
                  <a:schemeClr val="tx1">
                    <a:tint val="75000"/>
                  </a:schemeClr>
                </a:solidFill>
              </a:defRPr>
            </a:lvl7pPr>
            <a:lvl8pPr marL="4266595" indent="0" algn="ctr">
              <a:buNone/>
              <a:defRPr>
                <a:solidFill>
                  <a:schemeClr val="tx1">
                    <a:tint val="75000"/>
                  </a:schemeClr>
                </a:solidFill>
              </a:defRPr>
            </a:lvl8pPr>
            <a:lvl9pPr marL="4876107" indent="0" algn="ctr">
              <a:buNone/>
              <a:defRPr>
                <a:solidFill>
                  <a:schemeClr val="tx1">
                    <a:tint val="75000"/>
                  </a:schemeClr>
                </a:solidFill>
              </a:defRPr>
            </a:lvl9pPr>
          </a:lstStyle>
          <a:p>
            <a:pPr>
              <a:spcBef>
                <a:spcPct val="0"/>
              </a:spcBef>
            </a:pPr>
            <a:r>
              <a:rPr lang="en-US"/>
              <a:t>Click to edit Master subtitle style</a:t>
            </a:r>
          </a:p>
        </p:txBody>
      </p:sp>
      <p:pic>
        <p:nvPicPr>
          <p:cNvPr id="11" name="Picture 10" descr="A blue text on a black background  Description automatically generated">
            <a:extLst>
              <a:ext uri="{FF2B5EF4-FFF2-40B4-BE49-F238E27FC236}">
                <a16:creationId xmlns:a16="http://schemas.microsoft.com/office/drawing/2014/main" id="{560BF22C-E590-CD41-770E-F562BAFB89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0197" y="1494399"/>
            <a:ext cx="2244696" cy="886589"/>
          </a:xfrm>
          <a:prstGeom prst="rect">
            <a:avLst/>
          </a:prstGeom>
        </p:spPr>
      </p:pic>
      <p:sp>
        <p:nvSpPr>
          <p:cNvPr id="16" name="Slide Number Placeholder 9">
            <a:extLst>
              <a:ext uri="{FF2B5EF4-FFF2-40B4-BE49-F238E27FC236}">
                <a16:creationId xmlns:a16="http://schemas.microsoft.com/office/drawing/2014/main" id="{491AE6F0-1557-928A-B369-1FFFC0D39761}"/>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7" name="TextBox 16">
            <a:extLst>
              <a:ext uri="{FF2B5EF4-FFF2-40B4-BE49-F238E27FC236}">
                <a16:creationId xmlns:a16="http://schemas.microsoft.com/office/drawing/2014/main" id="{6D9D738B-1DAE-15AF-E31D-BA63F5272083}"/>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18" name="TextBox 17">
            <a:extLst>
              <a:ext uri="{FF2B5EF4-FFF2-40B4-BE49-F238E27FC236}">
                <a16:creationId xmlns:a16="http://schemas.microsoft.com/office/drawing/2014/main" id="{C7E0D88A-94A3-9352-1B1B-F67A43AE8C3B}"/>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chemeClr val="tx1"/>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cxnSp>
        <p:nvCxnSpPr>
          <p:cNvPr id="2" name="Straight Connector 1">
            <a:extLst>
              <a:ext uri="{FF2B5EF4-FFF2-40B4-BE49-F238E27FC236}">
                <a16:creationId xmlns:a16="http://schemas.microsoft.com/office/drawing/2014/main" id="{DBFF2781-9139-FB63-7002-48A6F85A3D25}"/>
              </a:ext>
            </a:extLst>
          </p:cNvPr>
          <p:cNvCxnSpPr>
            <a:cxnSpLocks/>
          </p:cNvCxnSpPr>
          <p:nvPr userDrawn="1"/>
        </p:nvCxnSpPr>
        <p:spPr>
          <a:xfrm>
            <a:off x="410197" y="2679268"/>
            <a:ext cx="11388448"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568954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Wide">
    <p:bg>
      <p:bgPr>
        <a:solidFill>
          <a:schemeClr val="tx1"/>
        </a:solidFill>
        <a:effectLst/>
      </p:bgPr>
    </p:bg>
    <p:spTree>
      <p:nvGrpSpPr>
        <p:cNvPr id="1" name=""/>
        <p:cNvGrpSpPr/>
        <p:nvPr/>
      </p:nvGrpSpPr>
      <p:grpSpPr>
        <a:xfrm>
          <a:off x="0" y="0"/>
          <a:ext cx="0" cy="0"/>
          <a:chOff x="0" y="0"/>
          <a:chExt cx="0" cy="0"/>
        </a:xfrm>
      </p:grpSpPr>
      <p:sp>
        <p:nvSpPr>
          <p:cNvPr id="14" name="Rectangle 13"/>
          <p:cNvSpPr/>
          <p:nvPr userDrawn="1"/>
        </p:nvSpPr>
        <p:spPr>
          <a:xfrm>
            <a:off x="0" y="1"/>
            <a:ext cx="12192000" cy="5070505"/>
          </a:xfrm>
          <a:prstGeom prst="rect">
            <a:avLst/>
          </a:prstGeom>
          <a:solidFill>
            <a:srgbClr val="2E86A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lvl="0" algn="ctr"/>
            <a:endParaRPr lang="en-US"/>
          </a:p>
        </p:txBody>
      </p:sp>
      <p:sp>
        <p:nvSpPr>
          <p:cNvPr id="12" name="Title 1"/>
          <p:cNvSpPr>
            <a:spLocks noGrp="1"/>
          </p:cNvSpPr>
          <p:nvPr>
            <p:ph type="ctrTitle"/>
          </p:nvPr>
        </p:nvSpPr>
        <p:spPr>
          <a:xfrm>
            <a:off x="406400" y="2961804"/>
            <a:ext cx="11379200" cy="1402080"/>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2" name="Slide Number Placeholder 9">
            <a:extLst>
              <a:ext uri="{FF2B5EF4-FFF2-40B4-BE49-F238E27FC236}">
                <a16:creationId xmlns:a16="http://schemas.microsoft.com/office/drawing/2014/main" id="{FF62F35B-2B71-3E03-CAB1-3C480E382D56}"/>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4" name="TextBox 3">
            <a:extLst>
              <a:ext uri="{FF2B5EF4-FFF2-40B4-BE49-F238E27FC236}">
                <a16:creationId xmlns:a16="http://schemas.microsoft.com/office/drawing/2014/main" id="{89E8AA3A-CDA9-43AF-DCE7-4D1AB5464FC7}"/>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pic>
        <p:nvPicPr>
          <p:cNvPr id="6" name="Picture 5" descr="A black background with white text  Description automatically generated">
            <a:extLst>
              <a:ext uri="{FF2B5EF4-FFF2-40B4-BE49-F238E27FC236}">
                <a16:creationId xmlns:a16="http://schemas.microsoft.com/office/drawing/2014/main" id="{D5B11082-2948-B536-D469-9A0DC6E3D50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6400" y="513176"/>
            <a:ext cx="2476381" cy="976229"/>
          </a:xfrm>
          <a:prstGeom prst="rect">
            <a:avLst/>
          </a:prstGeom>
        </p:spPr>
      </p:pic>
      <p:sp>
        <p:nvSpPr>
          <p:cNvPr id="7" name="TextBox 6">
            <a:extLst>
              <a:ext uri="{FF2B5EF4-FFF2-40B4-BE49-F238E27FC236}">
                <a16:creationId xmlns:a16="http://schemas.microsoft.com/office/drawing/2014/main" id="{3382F894-C4DA-7678-BCBF-C92C46E19B12}"/>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chemeClr val="tx1"/>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
        <p:nvSpPr>
          <p:cNvPr id="9" name="Rectangle 8">
            <a:extLst>
              <a:ext uri="{FF2B5EF4-FFF2-40B4-BE49-F238E27FC236}">
                <a16:creationId xmlns:a16="http://schemas.microsoft.com/office/drawing/2014/main" id="{9AD69C26-6051-E69B-97F3-5D15868C56E3}"/>
              </a:ext>
            </a:extLst>
          </p:cNvPr>
          <p:cNvSpPr/>
          <p:nvPr userDrawn="1"/>
        </p:nvSpPr>
        <p:spPr bwMode="ltGray">
          <a:xfrm>
            <a:off x="0" y="5063686"/>
            <a:ext cx="12192000" cy="879913"/>
          </a:xfrm>
          <a:prstGeom prst="rect">
            <a:avLst/>
          </a:prstGeom>
          <a:solidFill>
            <a:srgbClr val="B2D4E4"/>
          </a:solidFill>
          <a:ln w="12700" cap="flat" cmpd="sng" algn="ctr">
            <a:noFill/>
            <a:prstDash val="solid"/>
            <a:round/>
            <a:headEnd type="none" w="sm" len="sm"/>
            <a:tailEnd type="none" w="sm" len="sm"/>
          </a:ln>
        </p:spPr>
        <p:txBody>
          <a:bodyPr rtlCol="0" anchor="ctr"/>
          <a:lstStyle/>
          <a:p>
            <a:pPr algn="ctr"/>
            <a:endParaRPr lang="en-US">
              <a:latin typeface="+mj-lt"/>
            </a:endParaRPr>
          </a:p>
        </p:txBody>
      </p:sp>
      <p:sp>
        <p:nvSpPr>
          <p:cNvPr id="13" name="Subtitle 2"/>
          <p:cNvSpPr>
            <a:spLocks noGrp="1"/>
          </p:cNvSpPr>
          <p:nvPr>
            <p:ph type="subTitle" idx="1"/>
          </p:nvPr>
        </p:nvSpPr>
        <p:spPr>
          <a:xfrm>
            <a:off x="406399" y="5333179"/>
            <a:ext cx="11392249" cy="638863"/>
          </a:xfrm>
          <a:prstGeom prst="rect">
            <a:avLst/>
          </a:prstGeom>
        </p:spPr>
        <p:txBody>
          <a:bodyPr rtlCol="0">
            <a:noAutofit/>
          </a:bodyPr>
          <a:lstStyle>
            <a:lvl1pPr marL="0" indent="0" algn="l" defTabSz="1219027" rtl="0" eaLnBrk="1" latinLnBrk="0" hangingPunct="1">
              <a:lnSpc>
                <a:spcPct val="100000"/>
              </a:lnSpc>
              <a:spcBef>
                <a:spcPts val="0"/>
              </a:spcBef>
              <a:buFont typeface="Arial" pitchFamily="34" charset="0"/>
              <a:buNone/>
              <a:defRPr lang="en-US" sz="2400" b="0" kern="1200" baseline="0" dirty="0">
                <a:solidFill>
                  <a:srgbClr val="0A3C53"/>
                </a:solidFill>
                <a:latin typeface="Effra Pro" panose="020B0603020203020204" pitchFamily="34" charset="0"/>
                <a:ea typeface="+mn-ea"/>
                <a:cs typeface="+mn-cs"/>
              </a:defRPr>
            </a:lvl1pPr>
            <a:lvl2pPr marL="609513" indent="0" algn="ctr">
              <a:buNone/>
              <a:defRPr>
                <a:solidFill>
                  <a:schemeClr val="tx1">
                    <a:tint val="75000"/>
                  </a:schemeClr>
                </a:solidFill>
              </a:defRPr>
            </a:lvl2pPr>
            <a:lvl3pPr marL="1219027" indent="0" algn="ctr">
              <a:buNone/>
              <a:defRPr>
                <a:solidFill>
                  <a:schemeClr val="tx1">
                    <a:tint val="75000"/>
                  </a:schemeClr>
                </a:solidFill>
              </a:defRPr>
            </a:lvl3pPr>
            <a:lvl4pPr marL="1828541" indent="0" algn="ctr">
              <a:buNone/>
              <a:defRPr>
                <a:solidFill>
                  <a:schemeClr val="tx1">
                    <a:tint val="75000"/>
                  </a:schemeClr>
                </a:solidFill>
              </a:defRPr>
            </a:lvl4pPr>
            <a:lvl5pPr marL="2438054" indent="0" algn="ctr">
              <a:buNone/>
              <a:defRPr>
                <a:solidFill>
                  <a:schemeClr val="tx1">
                    <a:tint val="75000"/>
                  </a:schemeClr>
                </a:solidFill>
              </a:defRPr>
            </a:lvl5pPr>
            <a:lvl6pPr marL="3047568" indent="0" algn="ctr">
              <a:buNone/>
              <a:defRPr>
                <a:solidFill>
                  <a:schemeClr val="tx1">
                    <a:tint val="75000"/>
                  </a:schemeClr>
                </a:solidFill>
              </a:defRPr>
            </a:lvl6pPr>
            <a:lvl7pPr marL="3657081" indent="0" algn="ctr">
              <a:buNone/>
              <a:defRPr>
                <a:solidFill>
                  <a:schemeClr val="tx1">
                    <a:tint val="75000"/>
                  </a:schemeClr>
                </a:solidFill>
              </a:defRPr>
            </a:lvl7pPr>
            <a:lvl8pPr marL="4266595" indent="0" algn="ctr">
              <a:buNone/>
              <a:defRPr>
                <a:solidFill>
                  <a:schemeClr val="tx1">
                    <a:tint val="75000"/>
                  </a:schemeClr>
                </a:solidFill>
              </a:defRPr>
            </a:lvl8pPr>
            <a:lvl9pPr marL="4876107" indent="0" algn="ctr">
              <a:buNone/>
              <a:defRPr>
                <a:solidFill>
                  <a:schemeClr val="tx1">
                    <a:tint val="75000"/>
                  </a:schemeClr>
                </a:solidFill>
              </a:defRPr>
            </a:lvl9pPr>
          </a:lstStyle>
          <a:p>
            <a:pPr>
              <a:spcBef>
                <a:spcPct val="0"/>
              </a:spcBef>
            </a:pPr>
            <a:r>
              <a:rPr lang="en-US"/>
              <a:t>Click to edit Master subtitle style</a:t>
            </a:r>
          </a:p>
        </p:txBody>
      </p:sp>
      <p:cxnSp>
        <p:nvCxnSpPr>
          <p:cNvPr id="3" name="Straight Connector 2">
            <a:extLst>
              <a:ext uri="{FF2B5EF4-FFF2-40B4-BE49-F238E27FC236}">
                <a16:creationId xmlns:a16="http://schemas.microsoft.com/office/drawing/2014/main" id="{53F8BE30-C6AC-03B1-BFB9-0204899D5708}"/>
              </a:ext>
            </a:extLst>
          </p:cNvPr>
          <p:cNvCxnSpPr>
            <a:cxnSpLocks/>
          </p:cNvCxnSpPr>
          <p:nvPr userDrawn="1"/>
        </p:nvCxnSpPr>
        <p:spPr>
          <a:xfrm>
            <a:off x="410197" y="2890468"/>
            <a:ext cx="5685803"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299692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amp; Content">
    <p:bg>
      <p:bgPr>
        <a:solidFill>
          <a:srgbClr val="B2D4E4">
            <a:alpha val="6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445923" cy="682752"/>
          </a:xfrm>
        </p:spPr>
        <p:txBody>
          <a:bodyPr/>
          <a:lstStyle>
            <a:lvl1pPr>
              <a:defRPr>
                <a:solidFill>
                  <a:srgbClr val="0A3C53"/>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bg1"/>
                </a:solidFill>
                <a:latin typeface="Effra Pro" panose="020B0603020203020204" pitchFamily="34" charset="0"/>
              </a:defRPr>
            </a:lvl1pPr>
            <a:lvl2pPr>
              <a:defRPr sz="2400">
                <a:solidFill>
                  <a:schemeClr val="bg1"/>
                </a:solidFill>
                <a:latin typeface="Effra Pro" panose="020B0603020203020204" pitchFamily="34" charset="0"/>
              </a:defRPr>
            </a:lvl2pPr>
            <a:lvl3pPr>
              <a:defRPr sz="2133">
                <a:solidFill>
                  <a:schemeClr val="bg1"/>
                </a:solidFill>
                <a:latin typeface="Effra Pro" panose="020B0603020203020204" pitchFamily="34" charset="0"/>
              </a:defRPr>
            </a:lvl3pPr>
            <a:lvl4pPr>
              <a:defRPr sz="2133">
                <a:solidFill>
                  <a:schemeClr val="bg1"/>
                </a:solidFill>
                <a:latin typeface="Effra Pro" panose="020B0603020203020204" pitchFamily="34" charset="0"/>
              </a:defRPr>
            </a:lvl4pPr>
            <a:lvl5pPr>
              <a:defRPr sz="2133">
                <a:solidFill>
                  <a:schemeClr val="bg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0">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pic>
        <p:nvPicPr>
          <p:cNvPr id="5" name="Picture 4" descr="A blue and black logo  Description automatically generated">
            <a:extLst>
              <a:ext uri="{FF2B5EF4-FFF2-40B4-BE49-F238E27FC236}">
                <a16:creationId xmlns:a16="http://schemas.microsoft.com/office/drawing/2014/main" id="{F64881C7-C7C6-6388-16A8-1334C60CA7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cxnSp>
        <p:nvCxnSpPr>
          <p:cNvPr id="21" name="Straight Connector 20">
            <a:extLst>
              <a:ext uri="{FF2B5EF4-FFF2-40B4-BE49-F238E27FC236}">
                <a16:creationId xmlns:a16="http://schemas.microsoft.com/office/drawing/2014/main" id="{9E3651F1-08A3-86F1-206B-F810C02D3112}"/>
              </a:ext>
            </a:extLst>
          </p:cNvPr>
          <p:cNvCxnSpPr>
            <a:cxnSpLocks/>
          </p:cNvCxnSpPr>
          <p:nvPr userDrawn="1"/>
        </p:nvCxnSpPr>
        <p:spPr>
          <a:xfrm>
            <a:off x="390153" y="1475864"/>
            <a:ext cx="11408497"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Tree>
    <p:extLst>
      <p:ext uri="{BB962C8B-B14F-4D97-AF65-F5344CB8AC3E}">
        <p14:creationId xmlns:p14="http://schemas.microsoft.com/office/powerpoint/2010/main" val="259980335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_Title &amp; Content">
    <p:bg>
      <p:bgPr>
        <a:solidFill>
          <a:srgbClr val="B2D4E4">
            <a:alpha val="6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445923" cy="682752"/>
          </a:xfrm>
        </p:spPr>
        <p:txBody>
          <a:bodyPr/>
          <a:lstStyle>
            <a:lvl1pPr>
              <a:defRPr>
                <a:solidFill>
                  <a:srgbClr val="0A3C53"/>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bg1"/>
                </a:solidFill>
                <a:latin typeface="Effra Pro" panose="020B0603020203020204" pitchFamily="34" charset="0"/>
              </a:defRPr>
            </a:lvl1pPr>
            <a:lvl2pPr>
              <a:defRPr sz="2400">
                <a:solidFill>
                  <a:schemeClr val="bg1"/>
                </a:solidFill>
                <a:latin typeface="Effra Pro" panose="020B0603020203020204" pitchFamily="34" charset="0"/>
              </a:defRPr>
            </a:lvl2pPr>
            <a:lvl3pPr>
              <a:defRPr sz="2133">
                <a:solidFill>
                  <a:schemeClr val="bg1"/>
                </a:solidFill>
                <a:latin typeface="Effra Pro" panose="020B0603020203020204" pitchFamily="34" charset="0"/>
              </a:defRPr>
            </a:lvl3pPr>
            <a:lvl4pPr>
              <a:defRPr sz="2133">
                <a:solidFill>
                  <a:schemeClr val="bg1"/>
                </a:solidFill>
                <a:latin typeface="Effra Pro" panose="020B0603020203020204" pitchFamily="34" charset="0"/>
              </a:defRPr>
            </a:lvl4pPr>
            <a:lvl5pPr>
              <a:defRPr sz="2133">
                <a:solidFill>
                  <a:schemeClr val="bg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0">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pic>
        <p:nvPicPr>
          <p:cNvPr id="5" name="Picture 4" descr="A blue and black logo  Description automatically generated">
            <a:extLst>
              <a:ext uri="{FF2B5EF4-FFF2-40B4-BE49-F238E27FC236}">
                <a16:creationId xmlns:a16="http://schemas.microsoft.com/office/drawing/2014/main" id="{F64881C7-C7C6-6388-16A8-1334C60CA7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19" name="TextBox 18">
            <a:extLst>
              <a:ext uri="{FF2B5EF4-FFF2-40B4-BE49-F238E27FC236}">
                <a16:creationId xmlns:a16="http://schemas.microsoft.com/office/drawing/2014/main" id="{B650C2DF-D3D7-471F-E39A-1A02D25A5E3E}"/>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2E86AF"/>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Tree>
    <p:extLst>
      <p:ext uri="{BB962C8B-B14F-4D97-AF65-F5344CB8AC3E}">
        <p14:creationId xmlns:p14="http://schemas.microsoft.com/office/powerpoint/2010/main" val="207089909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Title &amp; Content">
    <p:bg>
      <p:bgPr>
        <a:solidFill>
          <a:srgbClr val="2E86A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445923" cy="682752"/>
          </a:xfrm>
        </p:spPr>
        <p:txBody>
          <a:bodyPr/>
          <a:lstStyle>
            <a:lvl1pPr>
              <a:defRPr>
                <a:solidFill>
                  <a:schemeClr val="tx1"/>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tx1"/>
                </a:solidFill>
                <a:latin typeface="Effra Pro" panose="020B0603020203020204" pitchFamily="34" charset="0"/>
              </a:defRPr>
            </a:lvl1pPr>
            <a:lvl2pPr>
              <a:defRPr sz="2400">
                <a:solidFill>
                  <a:schemeClr val="tx1"/>
                </a:solidFill>
                <a:latin typeface="Effra Pro" panose="020B0603020203020204" pitchFamily="34" charset="0"/>
              </a:defRPr>
            </a:lvl2pPr>
            <a:lvl3pPr>
              <a:defRPr sz="2133">
                <a:solidFill>
                  <a:schemeClr val="tx1"/>
                </a:solidFill>
                <a:latin typeface="Effra Pro" panose="020B0603020203020204" pitchFamily="34" charset="0"/>
              </a:defRPr>
            </a:lvl3pPr>
            <a:lvl4pPr>
              <a:defRPr sz="2133">
                <a:solidFill>
                  <a:schemeClr val="tx1"/>
                </a:solidFill>
                <a:latin typeface="Effra Pro" panose="020B0603020203020204" pitchFamily="34" charset="0"/>
              </a:defRPr>
            </a:lvl4pPr>
            <a:lvl5pPr>
              <a:defRPr sz="2133">
                <a:solidFill>
                  <a:schemeClr val="tx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0">
                <a:solidFill>
                  <a:schemeClr val="tx1"/>
                </a:solidFill>
                <a:latin typeface="Effra Pro" panose="020B0603020203020204" pitchFamily="34" charset="0"/>
              </a:defRPr>
            </a:lvl1pPr>
            <a:lvl2pPr marL="609585" indent="0">
              <a:buNone/>
              <a:defRPr/>
            </a:lvl2pPr>
          </a:lstStyle>
          <a:p>
            <a:pPr lvl="0"/>
            <a:r>
              <a:rPr lang="en-US"/>
              <a:t>Click to edit Master text styles</a:t>
            </a:r>
          </a:p>
        </p:txBody>
      </p:sp>
      <p:pic>
        <p:nvPicPr>
          <p:cNvPr id="5" name="Picture 4" descr="A blue and black logo  Description automatically generated">
            <a:extLst>
              <a:ext uri="{FF2B5EF4-FFF2-40B4-BE49-F238E27FC236}">
                <a16:creationId xmlns:a16="http://schemas.microsoft.com/office/drawing/2014/main" id="{F64881C7-C7C6-6388-16A8-1334C60CA7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cxnSp>
        <p:nvCxnSpPr>
          <p:cNvPr id="21" name="Straight Connector 20">
            <a:extLst>
              <a:ext uri="{FF2B5EF4-FFF2-40B4-BE49-F238E27FC236}">
                <a16:creationId xmlns:a16="http://schemas.microsoft.com/office/drawing/2014/main" id="{9E3651F1-08A3-86F1-206B-F810C02D3112}"/>
              </a:ext>
            </a:extLst>
          </p:cNvPr>
          <p:cNvCxnSpPr>
            <a:cxnSpLocks/>
          </p:cNvCxnSpPr>
          <p:nvPr userDrawn="1"/>
        </p:nvCxnSpPr>
        <p:spPr>
          <a:xfrm>
            <a:off x="390153" y="1475864"/>
            <a:ext cx="11408497"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4" name="TextBox 3">
            <a:extLst>
              <a:ext uri="{FF2B5EF4-FFF2-40B4-BE49-F238E27FC236}">
                <a16:creationId xmlns:a16="http://schemas.microsoft.com/office/drawing/2014/main" id="{7D9C22F3-CAD2-27BB-ACB4-E1DA24EA00D8}"/>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chemeClr val="tx1"/>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Tree>
    <p:extLst>
      <p:ext uri="{BB962C8B-B14F-4D97-AF65-F5344CB8AC3E}">
        <p14:creationId xmlns:p14="http://schemas.microsoft.com/office/powerpoint/2010/main" val="196401729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_Title &amp; Content">
    <p:bg>
      <p:bgPr>
        <a:solidFill>
          <a:srgbClr val="2E86A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445923" cy="682752"/>
          </a:xfrm>
        </p:spPr>
        <p:txBody>
          <a:bodyPr/>
          <a:lstStyle>
            <a:lvl1pPr>
              <a:defRPr>
                <a:solidFill>
                  <a:schemeClr val="tx1"/>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tx1"/>
                </a:solidFill>
                <a:latin typeface="Effra Pro" panose="020B0603020203020204" pitchFamily="34" charset="0"/>
              </a:defRPr>
            </a:lvl1pPr>
            <a:lvl2pPr>
              <a:defRPr sz="2400">
                <a:solidFill>
                  <a:schemeClr val="tx1"/>
                </a:solidFill>
                <a:latin typeface="Effra Pro" panose="020B0603020203020204" pitchFamily="34" charset="0"/>
              </a:defRPr>
            </a:lvl2pPr>
            <a:lvl3pPr>
              <a:defRPr sz="2133">
                <a:solidFill>
                  <a:schemeClr val="tx1"/>
                </a:solidFill>
                <a:latin typeface="Effra Pro" panose="020B0603020203020204" pitchFamily="34" charset="0"/>
              </a:defRPr>
            </a:lvl3pPr>
            <a:lvl4pPr>
              <a:defRPr sz="2133">
                <a:solidFill>
                  <a:schemeClr val="tx1"/>
                </a:solidFill>
                <a:latin typeface="Effra Pro" panose="020B0603020203020204" pitchFamily="34" charset="0"/>
              </a:defRPr>
            </a:lvl4pPr>
            <a:lvl5pPr>
              <a:defRPr sz="2133">
                <a:solidFill>
                  <a:schemeClr val="tx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0">
                <a:solidFill>
                  <a:schemeClr val="tx1"/>
                </a:solidFill>
                <a:latin typeface="Effra Pro" panose="020B0603020203020204" pitchFamily="34" charset="0"/>
              </a:defRPr>
            </a:lvl1pPr>
            <a:lvl2pPr marL="609585" indent="0">
              <a:buNone/>
              <a:defRPr/>
            </a:lvl2pPr>
          </a:lstStyle>
          <a:p>
            <a:pPr lvl="0"/>
            <a:r>
              <a:rPr lang="en-US"/>
              <a:t>Click to edit Master text styles</a:t>
            </a:r>
          </a:p>
        </p:txBody>
      </p:sp>
      <p:pic>
        <p:nvPicPr>
          <p:cNvPr id="5" name="Picture 4" descr="A blue and black logo  Description automatically generated">
            <a:extLst>
              <a:ext uri="{FF2B5EF4-FFF2-40B4-BE49-F238E27FC236}">
                <a16:creationId xmlns:a16="http://schemas.microsoft.com/office/drawing/2014/main" id="{F64881C7-C7C6-6388-16A8-1334C60CA7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4" name="TextBox 3">
            <a:extLst>
              <a:ext uri="{FF2B5EF4-FFF2-40B4-BE49-F238E27FC236}">
                <a16:creationId xmlns:a16="http://schemas.microsoft.com/office/drawing/2014/main" id="{7D9C22F3-CAD2-27BB-ACB4-E1DA24EA00D8}"/>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chemeClr val="tx1"/>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Tree>
    <p:extLst>
      <p:ext uri="{BB962C8B-B14F-4D97-AF65-F5344CB8AC3E}">
        <p14:creationId xmlns:p14="http://schemas.microsoft.com/office/powerpoint/2010/main" val="121937621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_Title &amp;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445923" cy="682752"/>
          </a:xfrm>
        </p:spPr>
        <p:txBody>
          <a:bodyPr/>
          <a:lstStyle>
            <a:lvl1pPr>
              <a:defRPr>
                <a:solidFill>
                  <a:srgbClr val="0A3C53"/>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bg1"/>
                </a:solidFill>
                <a:latin typeface="Effra Pro" panose="020B0603020203020204" pitchFamily="34" charset="0"/>
              </a:defRPr>
            </a:lvl1pPr>
            <a:lvl2pPr>
              <a:defRPr sz="2400">
                <a:solidFill>
                  <a:schemeClr val="bg1"/>
                </a:solidFill>
                <a:latin typeface="Effra Pro" panose="020B0603020203020204" pitchFamily="34" charset="0"/>
              </a:defRPr>
            </a:lvl2pPr>
            <a:lvl3pPr>
              <a:defRPr sz="2133">
                <a:solidFill>
                  <a:schemeClr val="bg1"/>
                </a:solidFill>
                <a:latin typeface="Effra Pro" panose="020B0603020203020204" pitchFamily="34" charset="0"/>
              </a:defRPr>
            </a:lvl3pPr>
            <a:lvl4pPr>
              <a:defRPr sz="2133">
                <a:solidFill>
                  <a:schemeClr val="bg1"/>
                </a:solidFill>
                <a:latin typeface="Effra Pro" panose="020B0603020203020204" pitchFamily="34" charset="0"/>
              </a:defRPr>
            </a:lvl4pPr>
            <a:lvl5pPr>
              <a:defRPr sz="2133">
                <a:solidFill>
                  <a:schemeClr val="bg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1">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pic>
        <p:nvPicPr>
          <p:cNvPr id="5" name="Picture 4" descr="A blue and black logo  Description automatically generated">
            <a:extLst>
              <a:ext uri="{FF2B5EF4-FFF2-40B4-BE49-F238E27FC236}">
                <a16:creationId xmlns:a16="http://schemas.microsoft.com/office/drawing/2014/main" id="{F64881C7-C7C6-6388-16A8-1334C60CA7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cxnSp>
        <p:nvCxnSpPr>
          <p:cNvPr id="21" name="Straight Connector 20">
            <a:extLst>
              <a:ext uri="{FF2B5EF4-FFF2-40B4-BE49-F238E27FC236}">
                <a16:creationId xmlns:a16="http://schemas.microsoft.com/office/drawing/2014/main" id="{9E3651F1-08A3-86F1-206B-F810C02D3112}"/>
              </a:ext>
            </a:extLst>
          </p:cNvPr>
          <p:cNvCxnSpPr>
            <a:cxnSpLocks/>
          </p:cNvCxnSpPr>
          <p:nvPr userDrawn="1"/>
        </p:nvCxnSpPr>
        <p:spPr>
          <a:xfrm>
            <a:off x="390153" y="1475864"/>
            <a:ext cx="11408497"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19" name="TextBox 18">
            <a:extLst>
              <a:ext uri="{FF2B5EF4-FFF2-40B4-BE49-F238E27FC236}">
                <a16:creationId xmlns:a16="http://schemas.microsoft.com/office/drawing/2014/main" id="{B650C2DF-D3D7-471F-E39A-1A02D25A5E3E}"/>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2E86AF"/>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Tree>
    <p:extLst>
      <p:ext uri="{BB962C8B-B14F-4D97-AF65-F5344CB8AC3E}">
        <p14:creationId xmlns:p14="http://schemas.microsoft.com/office/powerpoint/2010/main" val="169598026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6_Title &amp;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445923" cy="682752"/>
          </a:xfrm>
        </p:spPr>
        <p:txBody>
          <a:bodyPr/>
          <a:lstStyle>
            <a:lvl1pPr>
              <a:defRPr>
                <a:solidFill>
                  <a:srgbClr val="0A3C53"/>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bg1"/>
                </a:solidFill>
                <a:latin typeface="Effra Pro" panose="020B0603020203020204" pitchFamily="34" charset="0"/>
              </a:defRPr>
            </a:lvl1pPr>
            <a:lvl2pPr>
              <a:defRPr sz="2400">
                <a:solidFill>
                  <a:schemeClr val="bg1"/>
                </a:solidFill>
                <a:latin typeface="Effra Pro" panose="020B0603020203020204" pitchFamily="34" charset="0"/>
              </a:defRPr>
            </a:lvl2pPr>
            <a:lvl3pPr>
              <a:defRPr sz="2133">
                <a:solidFill>
                  <a:schemeClr val="bg1"/>
                </a:solidFill>
                <a:latin typeface="Effra Pro" panose="020B0603020203020204" pitchFamily="34" charset="0"/>
              </a:defRPr>
            </a:lvl3pPr>
            <a:lvl4pPr>
              <a:defRPr sz="2133">
                <a:solidFill>
                  <a:schemeClr val="bg1"/>
                </a:solidFill>
                <a:latin typeface="Effra Pro" panose="020B0603020203020204" pitchFamily="34" charset="0"/>
              </a:defRPr>
            </a:lvl4pPr>
            <a:lvl5pPr>
              <a:defRPr sz="2133">
                <a:solidFill>
                  <a:schemeClr val="bg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1">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pic>
        <p:nvPicPr>
          <p:cNvPr id="5" name="Picture 4" descr="A blue and black logo  Description automatically generated">
            <a:extLst>
              <a:ext uri="{FF2B5EF4-FFF2-40B4-BE49-F238E27FC236}">
                <a16:creationId xmlns:a16="http://schemas.microsoft.com/office/drawing/2014/main" id="{F64881C7-C7C6-6388-16A8-1334C60CA7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19" name="TextBox 18">
            <a:extLst>
              <a:ext uri="{FF2B5EF4-FFF2-40B4-BE49-F238E27FC236}">
                <a16:creationId xmlns:a16="http://schemas.microsoft.com/office/drawing/2014/main" id="{B650C2DF-D3D7-471F-E39A-1A02D25A5E3E}"/>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2E86AF"/>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Tree>
    <p:extLst>
      <p:ext uri="{BB962C8B-B14F-4D97-AF65-F5344CB8AC3E}">
        <p14:creationId xmlns:p14="http://schemas.microsoft.com/office/powerpoint/2010/main" val="144053664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2E86AF"/>
        </a:solidFill>
        <a:effectLst/>
      </p:bgPr>
    </p:bg>
    <p:spTree>
      <p:nvGrpSpPr>
        <p:cNvPr id="1" name=""/>
        <p:cNvGrpSpPr/>
        <p:nvPr/>
      </p:nvGrpSpPr>
      <p:grpSpPr>
        <a:xfrm>
          <a:off x="0" y="0"/>
          <a:ext cx="0" cy="0"/>
          <a:chOff x="0" y="0"/>
          <a:chExt cx="0" cy="0"/>
        </a:xfrm>
      </p:grpSpPr>
      <p:sp>
        <p:nvSpPr>
          <p:cNvPr id="5" name="Title 1"/>
          <p:cNvSpPr>
            <a:spLocks noGrp="1"/>
          </p:cNvSpPr>
          <p:nvPr>
            <p:ph type="title"/>
          </p:nvPr>
        </p:nvSpPr>
        <p:spPr>
          <a:xfrm>
            <a:off x="406401" y="3145417"/>
            <a:ext cx="4310879" cy="1252820"/>
          </a:xfrm>
        </p:spPr>
        <p:txBody>
          <a:bodyPr anchor="t" anchorCtr="0">
            <a:noAutofit/>
          </a:bodyPr>
          <a:lstStyle>
            <a:lvl1pPr algn="l">
              <a:lnSpc>
                <a:spcPct val="100000"/>
              </a:lnSpc>
              <a:defRPr sz="3200" b="0" cap="none">
                <a:solidFill>
                  <a:schemeClr val="tx1"/>
                </a:solidFill>
                <a:latin typeface="Alda Pro" pitchFamily="50" charset="0"/>
              </a:defRPr>
            </a:lvl1pPr>
          </a:lstStyle>
          <a:p>
            <a:r>
              <a:rPr lang="en-US"/>
              <a:t>Click to edit Master title style</a:t>
            </a:r>
          </a:p>
        </p:txBody>
      </p:sp>
      <p:pic>
        <p:nvPicPr>
          <p:cNvPr id="3" name="Picture 2" descr="A black background with white text  Description automatically generated">
            <a:extLst>
              <a:ext uri="{FF2B5EF4-FFF2-40B4-BE49-F238E27FC236}">
                <a16:creationId xmlns:a16="http://schemas.microsoft.com/office/drawing/2014/main" id="{42DF9BEA-2AA5-2FA7-8DF2-DF522D65708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6400" y="513176"/>
            <a:ext cx="2476381" cy="976229"/>
          </a:xfrm>
          <a:prstGeom prst="rect">
            <a:avLst/>
          </a:prstGeom>
        </p:spPr>
      </p:pic>
      <p:sp>
        <p:nvSpPr>
          <p:cNvPr id="4" name="Slide Number Placeholder 9">
            <a:extLst>
              <a:ext uri="{FF2B5EF4-FFF2-40B4-BE49-F238E27FC236}">
                <a16:creationId xmlns:a16="http://schemas.microsoft.com/office/drawing/2014/main" id="{A751E4CE-FA75-6B82-38DF-65371AF4DBF6}"/>
              </a:ext>
            </a:extLst>
          </p:cNvPr>
          <p:cNvSpPr txBox="1">
            <a:spLocks/>
          </p:cNvSpPr>
          <p:nvPr userDrawn="1"/>
        </p:nvSpPr>
        <p:spPr>
          <a:xfrm>
            <a:off x="11493849" y="6575705"/>
            <a:ext cx="304800" cy="153888"/>
          </a:xfrm>
          <a:prstGeom prst="rect">
            <a:avLst/>
          </a:prstGeom>
        </p:spPr>
        <p:txBody>
          <a:bodyPr vert="horz" wrap="square" lIns="0" tIns="0" rIns="0" bIns="0" rtlCol="0" anchor="ctr">
            <a:spAutoFit/>
          </a:bodyPr>
          <a:lstStyle>
            <a:defPPr>
              <a:defRPr lang="en-US"/>
            </a:defPPr>
            <a:lvl1pPr algn="r" rtl="0" fontAlgn="auto">
              <a:spcBef>
                <a:spcPts val="0"/>
              </a:spcBef>
              <a:spcAft>
                <a:spcPts val="0"/>
              </a:spcAft>
              <a:defRPr sz="750" kern="1200" smtClean="0">
                <a:solidFill>
                  <a:srgbClr val="0A3C53"/>
                </a:solidFill>
                <a:latin typeface="Effra Pro" panose="020B0603020203020204" pitchFamily="34" charset="0"/>
                <a:ea typeface="Geneva" pitchFamily="-109" charset="-128"/>
                <a:cs typeface="+mn-cs"/>
              </a:defRPr>
            </a:lvl1pPr>
            <a:lvl2pPr marL="457146" algn="l" rtl="0" fontAlgn="base">
              <a:spcBef>
                <a:spcPct val="0"/>
              </a:spcBef>
              <a:spcAft>
                <a:spcPct val="0"/>
              </a:spcAft>
              <a:defRPr kern="1200">
                <a:solidFill>
                  <a:schemeClr val="tx1"/>
                </a:solidFill>
                <a:latin typeface="Arial" charset="0"/>
                <a:ea typeface="Geneva" pitchFamily="-109" charset="-128"/>
                <a:cs typeface="+mn-cs"/>
              </a:defRPr>
            </a:lvl2pPr>
            <a:lvl3pPr marL="914293" algn="l" rtl="0" fontAlgn="base">
              <a:spcBef>
                <a:spcPct val="0"/>
              </a:spcBef>
              <a:spcAft>
                <a:spcPct val="0"/>
              </a:spcAft>
              <a:defRPr kern="1200">
                <a:solidFill>
                  <a:schemeClr val="tx1"/>
                </a:solidFill>
                <a:latin typeface="Arial" charset="0"/>
                <a:ea typeface="Geneva" pitchFamily="-109" charset="-128"/>
                <a:cs typeface="+mn-cs"/>
              </a:defRPr>
            </a:lvl3pPr>
            <a:lvl4pPr marL="1371440" algn="l" rtl="0" fontAlgn="base">
              <a:spcBef>
                <a:spcPct val="0"/>
              </a:spcBef>
              <a:spcAft>
                <a:spcPct val="0"/>
              </a:spcAft>
              <a:defRPr kern="1200">
                <a:solidFill>
                  <a:schemeClr val="tx1"/>
                </a:solidFill>
                <a:latin typeface="Arial" charset="0"/>
                <a:ea typeface="Geneva" pitchFamily="-109" charset="-128"/>
                <a:cs typeface="+mn-cs"/>
              </a:defRPr>
            </a:lvl4pPr>
            <a:lvl5pPr marL="1828586" algn="l" rtl="0" fontAlgn="base">
              <a:spcBef>
                <a:spcPct val="0"/>
              </a:spcBef>
              <a:spcAft>
                <a:spcPct val="0"/>
              </a:spcAft>
              <a:defRPr kern="1200">
                <a:solidFill>
                  <a:schemeClr val="tx1"/>
                </a:solidFill>
                <a:latin typeface="Arial" charset="0"/>
                <a:ea typeface="Geneva" pitchFamily="-109" charset="-128"/>
                <a:cs typeface="+mn-cs"/>
              </a:defRPr>
            </a:lvl5pPr>
            <a:lvl6pPr marL="2285733" algn="l" defTabSz="914293" rtl="0" eaLnBrk="1" latinLnBrk="0" hangingPunct="1">
              <a:defRPr kern="1200">
                <a:solidFill>
                  <a:schemeClr val="tx1"/>
                </a:solidFill>
                <a:latin typeface="Arial" charset="0"/>
                <a:ea typeface="Geneva" pitchFamily="-109" charset="-128"/>
                <a:cs typeface="+mn-cs"/>
              </a:defRPr>
            </a:lvl6pPr>
            <a:lvl7pPr marL="2742879" algn="l" defTabSz="914293" rtl="0" eaLnBrk="1" latinLnBrk="0" hangingPunct="1">
              <a:defRPr kern="1200">
                <a:solidFill>
                  <a:schemeClr val="tx1"/>
                </a:solidFill>
                <a:latin typeface="Arial" charset="0"/>
                <a:ea typeface="Geneva" pitchFamily="-109" charset="-128"/>
                <a:cs typeface="+mn-cs"/>
              </a:defRPr>
            </a:lvl7pPr>
            <a:lvl8pPr marL="3200026" algn="l" defTabSz="914293" rtl="0" eaLnBrk="1" latinLnBrk="0" hangingPunct="1">
              <a:defRPr kern="1200">
                <a:solidFill>
                  <a:schemeClr val="tx1"/>
                </a:solidFill>
                <a:latin typeface="Arial" charset="0"/>
                <a:ea typeface="Geneva" pitchFamily="-109" charset="-128"/>
                <a:cs typeface="+mn-cs"/>
              </a:defRPr>
            </a:lvl8pPr>
            <a:lvl9pPr marL="3657172" algn="l" defTabSz="914293" rtl="0" eaLnBrk="1" latinLnBrk="0" hangingPunct="1">
              <a:defRPr kern="1200">
                <a:solidFill>
                  <a:schemeClr val="tx1"/>
                </a:solidFill>
                <a:latin typeface="Arial" charset="0"/>
                <a:ea typeface="Geneva" pitchFamily="-109" charset="-128"/>
                <a:cs typeface="+mn-cs"/>
              </a:defRPr>
            </a:lvl9pPr>
          </a:lstStyle>
          <a:p>
            <a:pPr>
              <a:defRPr/>
            </a:pPr>
            <a:fld id="{2EDAC284-59FC-4EEB-A7F8-63017E0BC0CE}" type="slidenum">
              <a:rPr lang="en-US" sz="1000" smtClean="0"/>
              <a:pPr>
                <a:defRPr/>
              </a:pPr>
              <a:t>‹#›</a:t>
            </a:fld>
            <a:endParaRPr lang="en-US" sz="1000"/>
          </a:p>
        </p:txBody>
      </p:sp>
      <p:sp>
        <p:nvSpPr>
          <p:cNvPr id="7" name="TextBox 6">
            <a:extLst>
              <a:ext uri="{FF2B5EF4-FFF2-40B4-BE49-F238E27FC236}">
                <a16:creationId xmlns:a16="http://schemas.microsoft.com/office/drawing/2014/main" id="{95CF1ACF-4343-65A6-5176-49C3ABFCEE53}"/>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8" name="TextBox 7">
            <a:extLst>
              <a:ext uri="{FF2B5EF4-FFF2-40B4-BE49-F238E27FC236}">
                <a16:creationId xmlns:a16="http://schemas.microsoft.com/office/drawing/2014/main" id="{C74F07DD-A61A-0B90-C699-6CE7249977E5}"/>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chemeClr val="tx1"/>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cxnSp>
        <p:nvCxnSpPr>
          <p:cNvPr id="11" name="Straight Connector 10">
            <a:extLst>
              <a:ext uri="{FF2B5EF4-FFF2-40B4-BE49-F238E27FC236}">
                <a16:creationId xmlns:a16="http://schemas.microsoft.com/office/drawing/2014/main" id="{AFD57F77-CF41-C038-4516-961DC4249B66}"/>
              </a:ext>
            </a:extLst>
          </p:cNvPr>
          <p:cNvCxnSpPr>
            <a:cxnSpLocks/>
          </p:cNvCxnSpPr>
          <p:nvPr userDrawn="1"/>
        </p:nvCxnSpPr>
        <p:spPr>
          <a:xfrm>
            <a:off x="410198" y="2934936"/>
            <a:ext cx="4307081"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129401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Title &amp; Content">
    <p:bg>
      <p:bgPr>
        <a:solidFill>
          <a:schemeClr val="tx1"/>
        </a:solidFill>
        <a:effectLst/>
      </p:bgPr>
    </p:bg>
    <p:spTree>
      <p:nvGrpSpPr>
        <p:cNvPr id="1" name=""/>
        <p:cNvGrpSpPr/>
        <p:nvPr/>
      </p:nvGrpSpPr>
      <p:grpSpPr>
        <a:xfrm>
          <a:off x="0" y="0"/>
          <a:ext cx="0" cy="0"/>
          <a:chOff x="0" y="0"/>
          <a:chExt cx="0" cy="0"/>
        </a:xfrm>
      </p:grpSpPr>
      <p:pic>
        <p:nvPicPr>
          <p:cNvPr id="5" name="Picture 4" descr="A blue and black logo  Description automatically generated">
            <a:extLst>
              <a:ext uri="{FF2B5EF4-FFF2-40B4-BE49-F238E27FC236}">
                <a16:creationId xmlns:a16="http://schemas.microsoft.com/office/drawing/2014/main" id="{F64881C7-C7C6-6388-16A8-1334C60CA7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19" name="TextBox 18">
            <a:extLst>
              <a:ext uri="{FF2B5EF4-FFF2-40B4-BE49-F238E27FC236}">
                <a16:creationId xmlns:a16="http://schemas.microsoft.com/office/drawing/2014/main" id="{B650C2DF-D3D7-471F-E39A-1A02D25A5E3E}"/>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2E86AF"/>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Tree>
    <p:extLst>
      <p:ext uri="{BB962C8B-B14F-4D97-AF65-F5344CB8AC3E}">
        <p14:creationId xmlns:p14="http://schemas.microsoft.com/office/powerpoint/2010/main" val="27355405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Agenda">
    <p:bg>
      <p:bgPr>
        <a:solidFill>
          <a:srgbClr val="B2D4E4">
            <a:alpha val="6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9973056" cy="682752"/>
          </a:xfrm>
        </p:spPr>
        <p:txBody>
          <a:bodyPr/>
          <a:lstStyle>
            <a:lvl1pPr>
              <a:defRPr>
                <a:solidFill>
                  <a:srgbClr val="0A3C53"/>
                </a:solidFill>
                <a:latin typeface="Alda Pro" pitchFamily="50" charset="0"/>
              </a:defRPr>
            </a:lvl1pPr>
          </a:lstStyle>
          <a:p>
            <a:r>
              <a:rPr lang="en-US"/>
              <a:t>Click to edit Master title style</a:t>
            </a:r>
          </a:p>
        </p:txBody>
      </p:sp>
      <p:sp>
        <p:nvSpPr>
          <p:cNvPr id="4" name="Text Placeholder 4">
            <a:extLst>
              <a:ext uri="{FF2B5EF4-FFF2-40B4-BE49-F238E27FC236}">
                <a16:creationId xmlns:a16="http://schemas.microsoft.com/office/drawing/2014/main" id="{B543914A-A034-47B8-6874-1A1E53275B84}"/>
              </a:ext>
            </a:extLst>
          </p:cNvPr>
          <p:cNvSpPr>
            <a:spLocks noGrp="1"/>
          </p:cNvSpPr>
          <p:nvPr>
            <p:ph type="body" sz="quarter" idx="10"/>
          </p:nvPr>
        </p:nvSpPr>
        <p:spPr>
          <a:xfrm>
            <a:off x="390144" y="920583"/>
            <a:ext cx="11408497" cy="682752"/>
          </a:xfrm>
        </p:spPr>
        <p:txBody>
          <a:bodyPr/>
          <a:lstStyle>
            <a:lvl1pPr marL="0" indent="0">
              <a:buNone/>
              <a:defRPr>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pic>
        <p:nvPicPr>
          <p:cNvPr id="5" name="Picture 4" descr="A blue and black logo  Description automatically generated">
            <a:extLst>
              <a:ext uri="{FF2B5EF4-FFF2-40B4-BE49-F238E27FC236}">
                <a16:creationId xmlns:a16="http://schemas.microsoft.com/office/drawing/2014/main" id="{47D3FDA2-C986-CEC7-58CF-EC133311B0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cxnSp>
        <p:nvCxnSpPr>
          <p:cNvPr id="6" name="Straight Connector 5">
            <a:extLst>
              <a:ext uri="{FF2B5EF4-FFF2-40B4-BE49-F238E27FC236}">
                <a16:creationId xmlns:a16="http://schemas.microsoft.com/office/drawing/2014/main" id="{845E3E50-97D3-FED3-8C1E-5E132875A5F1}"/>
              </a:ext>
            </a:extLst>
          </p:cNvPr>
          <p:cNvCxnSpPr>
            <a:cxnSpLocks/>
          </p:cNvCxnSpPr>
          <p:nvPr userDrawn="1"/>
        </p:nvCxnSpPr>
        <p:spPr>
          <a:xfrm>
            <a:off x="390153" y="1475864"/>
            <a:ext cx="11408497"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0028641-CFDA-5143-5ADD-BE2983FCF1D7}"/>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8" name="TextBox 7">
            <a:extLst>
              <a:ext uri="{FF2B5EF4-FFF2-40B4-BE49-F238E27FC236}">
                <a16:creationId xmlns:a16="http://schemas.microsoft.com/office/drawing/2014/main" id="{E1EACA4D-DC32-C153-5D43-39C148ACD25C}"/>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2E86AF"/>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
        <p:nvSpPr>
          <p:cNvPr id="11" name="Slide Number Placeholder 9">
            <a:extLst>
              <a:ext uri="{FF2B5EF4-FFF2-40B4-BE49-F238E27FC236}">
                <a16:creationId xmlns:a16="http://schemas.microsoft.com/office/drawing/2014/main" id="{EB2F8F96-5527-7550-D330-07EA937AA1C3}"/>
              </a:ext>
            </a:extLst>
          </p:cNvPr>
          <p:cNvSpPr txBox="1">
            <a:spLocks/>
          </p:cNvSpPr>
          <p:nvPr userDrawn="1"/>
        </p:nvSpPr>
        <p:spPr>
          <a:xfrm>
            <a:off x="11493849" y="6575705"/>
            <a:ext cx="304800" cy="153888"/>
          </a:xfrm>
          <a:prstGeom prst="rect">
            <a:avLst/>
          </a:prstGeom>
        </p:spPr>
        <p:txBody>
          <a:bodyPr vert="horz" wrap="square" lIns="0" tIns="0" rIns="0" bIns="0" rtlCol="0" anchor="ctr">
            <a:spAutoFit/>
          </a:bodyPr>
          <a:lstStyle>
            <a:defPPr>
              <a:defRPr lang="en-US"/>
            </a:defPPr>
            <a:lvl1pPr algn="r" rtl="0" fontAlgn="auto">
              <a:spcBef>
                <a:spcPts val="0"/>
              </a:spcBef>
              <a:spcAft>
                <a:spcPts val="0"/>
              </a:spcAft>
              <a:defRPr sz="750" kern="1200" smtClean="0">
                <a:solidFill>
                  <a:srgbClr val="0A3C53"/>
                </a:solidFill>
                <a:latin typeface="Effra Pro" panose="020B0603020203020204" pitchFamily="34" charset="0"/>
                <a:ea typeface="Geneva" pitchFamily="-109" charset="-128"/>
                <a:cs typeface="+mn-cs"/>
              </a:defRPr>
            </a:lvl1pPr>
            <a:lvl2pPr marL="457146" algn="l" rtl="0" fontAlgn="base">
              <a:spcBef>
                <a:spcPct val="0"/>
              </a:spcBef>
              <a:spcAft>
                <a:spcPct val="0"/>
              </a:spcAft>
              <a:defRPr kern="1200">
                <a:solidFill>
                  <a:schemeClr val="tx1"/>
                </a:solidFill>
                <a:latin typeface="Arial" charset="0"/>
                <a:ea typeface="Geneva" pitchFamily="-109" charset="-128"/>
                <a:cs typeface="+mn-cs"/>
              </a:defRPr>
            </a:lvl2pPr>
            <a:lvl3pPr marL="914293" algn="l" rtl="0" fontAlgn="base">
              <a:spcBef>
                <a:spcPct val="0"/>
              </a:spcBef>
              <a:spcAft>
                <a:spcPct val="0"/>
              </a:spcAft>
              <a:defRPr kern="1200">
                <a:solidFill>
                  <a:schemeClr val="tx1"/>
                </a:solidFill>
                <a:latin typeface="Arial" charset="0"/>
                <a:ea typeface="Geneva" pitchFamily="-109" charset="-128"/>
                <a:cs typeface="+mn-cs"/>
              </a:defRPr>
            </a:lvl3pPr>
            <a:lvl4pPr marL="1371440" algn="l" rtl="0" fontAlgn="base">
              <a:spcBef>
                <a:spcPct val="0"/>
              </a:spcBef>
              <a:spcAft>
                <a:spcPct val="0"/>
              </a:spcAft>
              <a:defRPr kern="1200">
                <a:solidFill>
                  <a:schemeClr val="tx1"/>
                </a:solidFill>
                <a:latin typeface="Arial" charset="0"/>
                <a:ea typeface="Geneva" pitchFamily="-109" charset="-128"/>
                <a:cs typeface="+mn-cs"/>
              </a:defRPr>
            </a:lvl4pPr>
            <a:lvl5pPr marL="1828586" algn="l" rtl="0" fontAlgn="base">
              <a:spcBef>
                <a:spcPct val="0"/>
              </a:spcBef>
              <a:spcAft>
                <a:spcPct val="0"/>
              </a:spcAft>
              <a:defRPr kern="1200">
                <a:solidFill>
                  <a:schemeClr val="tx1"/>
                </a:solidFill>
                <a:latin typeface="Arial" charset="0"/>
                <a:ea typeface="Geneva" pitchFamily="-109" charset="-128"/>
                <a:cs typeface="+mn-cs"/>
              </a:defRPr>
            </a:lvl5pPr>
            <a:lvl6pPr marL="2285733" algn="l" defTabSz="914293" rtl="0" eaLnBrk="1" latinLnBrk="0" hangingPunct="1">
              <a:defRPr kern="1200">
                <a:solidFill>
                  <a:schemeClr val="tx1"/>
                </a:solidFill>
                <a:latin typeface="Arial" charset="0"/>
                <a:ea typeface="Geneva" pitchFamily="-109" charset="-128"/>
                <a:cs typeface="+mn-cs"/>
              </a:defRPr>
            </a:lvl6pPr>
            <a:lvl7pPr marL="2742879" algn="l" defTabSz="914293" rtl="0" eaLnBrk="1" latinLnBrk="0" hangingPunct="1">
              <a:defRPr kern="1200">
                <a:solidFill>
                  <a:schemeClr val="tx1"/>
                </a:solidFill>
                <a:latin typeface="Arial" charset="0"/>
                <a:ea typeface="Geneva" pitchFamily="-109" charset="-128"/>
                <a:cs typeface="+mn-cs"/>
              </a:defRPr>
            </a:lvl7pPr>
            <a:lvl8pPr marL="3200026" algn="l" defTabSz="914293" rtl="0" eaLnBrk="1" latinLnBrk="0" hangingPunct="1">
              <a:defRPr kern="1200">
                <a:solidFill>
                  <a:schemeClr val="tx1"/>
                </a:solidFill>
                <a:latin typeface="Arial" charset="0"/>
                <a:ea typeface="Geneva" pitchFamily="-109" charset="-128"/>
                <a:cs typeface="+mn-cs"/>
              </a:defRPr>
            </a:lvl8pPr>
            <a:lvl9pPr marL="3657172" algn="l" defTabSz="914293" rtl="0" eaLnBrk="1" latinLnBrk="0" hangingPunct="1">
              <a:defRPr kern="1200">
                <a:solidFill>
                  <a:schemeClr val="tx1"/>
                </a:solidFill>
                <a:latin typeface="Arial" charset="0"/>
                <a:ea typeface="Geneva" pitchFamily="-109" charset="-128"/>
                <a:cs typeface="+mn-cs"/>
              </a:defRPr>
            </a:lvl9pPr>
          </a:lstStyle>
          <a:p>
            <a:pPr>
              <a:defRPr/>
            </a:pPr>
            <a:fld id="{2EDAC284-59FC-4EEB-A7F8-63017E0BC0CE}" type="slidenum">
              <a:rPr lang="en-US" sz="1000" smtClean="0"/>
              <a:pPr>
                <a:defRPr/>
              </a:pPr>
              <a:t>‹#›</a:t>
            </a:fld>
            <a:endParaRPr lang="en-US" sz="1000"/>
          </a:p>
        </p:txBody>
      </p:sp>
    </p:spTree>
    <p:extLst>
      <p:ext uri="{BB962C8B-B14F-4D97-AF65-F5344CB8AC3E}">
        <p14:creationId xmlns:p14="http://schemas.microsoft.com/office/powerpoint/2010/main" val="265293805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A3C53"/>
                </a:solidFill>
              </a:defRPr>
            </a:lvl1pPr>
          </a:lstStyle>
          <a:p>
            <a:r>
              <a:rPr lang="en-US"/>
              <a:t>Click to edit Master title style</a:t>
            </a:r>
          </a:p>
        </p:txBody>
      </p:sp>
      <p:sp>
        <p:nvSpPr>
          <p:cNvPr id="5" name="Text Placeholder 4"/>
          <p:cNvSpPr>
            <a:spLocks noGrp="1"/>
          </p:cNvSpPr>
          <p:nvPr>
            <p:ph type="body" sz="quarter" idx="11"/>
          </p:nvPr>
        </p:nvSpPr>
        <p:spPr>
          <a:xfrm>
            <a:off x="390144" y="920584"/>
            <a:ext cx="11408497" cy="739344"/>
          </a:xfrm>
        </p:spPr>
        <p:txBody>
          <a:bodyPr/>
          <a:lstStyle>
            <a:lvl1pPr marL="0" indent="0">
              <a:buNone/>
              <a:defRPr>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pic>
        <p:nvPicPr>
          <p:cNvPr id="6" name="Picture 5" descr="A blue and black logo  Description automatically generated">
            <a:extLst>
              <a:ext uri="{FF2B5EF4-FFF2-40B4-BE49-F238E27FC236}">
                <a16:creationId xmlns:a16="http://schemas.microsoft.com/office/drawing/2014/main" id="{89017371-FA5D-663D-ADE0-5B811A0E806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cxnSp>
        <p:nvCxnSpPr>
          <p:cNvPr id="7" name="Straight Connector 6">
            <a:extLst>
              <a:ext uri="{FF2B5EF4-FFF2-40B4-BE49-F238E27FC236}">
                <a16:creationId xmlns:a16="http://schemas.microsoft.com/office/drawing/2014/main" id="{248EE82B-0BAD-788D-6411-331580B37909}"/>
              </a:ext>
            </a:extLst>
          </p:cNvPr>
          <p:cNvCxnSpPr>
            <a:cxnSpLocks/>
          </p:cNvCxnSpPr>
          <p:nvPr userDrawn="1"/>
        </p:nvCxnSpPr>
        <p:spPr>
          <a:xfrm>
            <a:off x="390153" y="1475864"/>
            <a:ext cx="11408497"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858C8BA-0269-938C-602B-D7EB8F16A3B9}"/>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10" name="TextBox 9">
            <a:extLst>
              <a:ext uri="{FF2B5EF4-FFF2-40B4-BE49-F238E27FC236}">
                <a16:creationId xmlns:a16="http://schemas.microsoft.com/office/drawing/2014/main" id="{C1CAC46B-7BBD-9D9F-6071-5C3D65F6BE50}"/>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2E86AF"/>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
        <p:nvSpPr>
          <p:cNvPr id="11" name="Slide Number Placeholder 9">
            <a:extLst>
              <a:ext uri="{FF2B5EF4-FFF2-40B4-BE49-F238E27FC236}">
                <a16:creationId xmlns:a16="http://schemas.microsoft.com/office/drawing/2014/main" id="{75011B78-F9FE-4FE9-05EE-C969AF893A6C}"/>
              </a:ext>
            </a:extLst>
          </p:cNvPr>
          <p:cNvSpPr txBox="1">
            <a:spLocks/>
          </p:cNvSpPr>
          <p:nvPr userDrawn="1"/>
        </p:nvSpPr>
        <p:spPr>
          <a:xfrm>
            <a:off x="11493849" y="6575705"/>
            <a:ext cx="304800" cy="153888"/>
          </a:xfrm>
          <a:prstGeom prst="rect">
            <a:avLst/>
          </a:prstGeom>
        </p:spPr>
        <p:txBody>
          <a:bodyPr vert="horz" wrap="square" lIns="0" tIns="0" rIns="0" bIns="0" rtlCol="0" anchor="ctr">
            <a:spAutoFit/>
          </a:bodyPr>
          <a:lstStyle>
            <a:defPPr>
              <a:defRPr lang="en-US"/>
            </a:defPPr>
            <a:lvl1pPr algn="r" rtl="0" fontAlgn="auto">
              <a:spcBef>
                <a:spcPts val="0"/>
              </a:spcBef>
              <a:spcAft>
                <a:spcPts val="0"/>
              </a:spcAft>
              <a:defRPr sz="750" kern="1200" smtClean="0">
                <a:solidFill>
                  <a:srgbClr val="0A3C53"/>
                </a:solidFill>
                <a:latin typeface="Effra Pro" panose="020B0603020203020204" pitchFamily="34" charset="0"/>
                <a:ea typeface="Geneva" pitchFamily="-109" charset="-128"/>
                <a:cs typeface="+mn-cs"/>
              </a:defRPr>
            </a:lvl1pPr>
            <a:lvl2pPr marL="457146" algn="l" rtl="0" fontAlgn="base">
              <a:spcBef>
                <a:spcPct val="0"/>
              </a:spcBef>
              <a:spcAft>
                <a:spcPct val="0"/>
              </a:spcAft>
              <a:defRPr kern="1200">
                <a:solidFill>
                  <a:schemeClr val="tx1"/>
                </a:solidFill>
                <a:latin typeface="Arial" charset="0"/>
                <a:ea typeface="Geneva" pitchFamily="-109" charset="-128"/>
                <a:cs typeface="+mn-cs"/>
              </a:defRPr>
            </a:lvl2pPr>
            <a:lvl3pPr marL="914293" algn="l" rtl="0" fontAlgn="base">
              <a:spcBef>
                <a:spcPct val="0"/>
              </a:spcBef>
              <a:spcAft>
                <a:spcPct val="0"/>
              </a:spcAft>
              <a:defRPr kern="1200">
                <a:solidFill>
                  <a:schemeClr val="tx1"/>
                </a:solidFill>
                <a:latin typeface="Arial" charset="0"/>
                <a:ea typeface="Geneva" pitchFamily="-109" charset="-128"/>
                <a:cs typeface="+mn-cs"/>
              </a:defRPr>
            </a:lvl3pPr>
            <a:lvl4pPr marL="1371440" algn="l" rtl="0" fontAlgn="base">
              <a:spcBef>
                <a:spcPct val="0"/>
              </a:spcBef>
              <a:spcAft>
                <a:spcPct val="0"/>
              </a:spcAft>
              <a:defRPr kern="1200">
                <a:solidFill>
                  <a:schemeClr val="tx1"/>
                </a:solidFill>
                <a:latin typeface="Arial" charset="0"/>
                <a:ea typeface="Geneva" pitchFamily="-109" charset="-128"/>
                <a:cs typeface="+mn-cs"/>
              </a:defRPr>
            </a:lvl4pPr>
            <a:lvl5pPr marL="1828586" algn="l" rtl="0" fontAlgn="base">
              <a:spcBef>
                <a:spcPct val="0"/>
              </a:spcBef>
              <a:spcAft>
                <a:spcPct val="0"/>
              </a:spcAft>
              <a:defRPr kern="1200">
                <a:solidFill>
                  <a:schemeClr val="tx1"/>
                </a:solidFill>
                <a:latin typeface="Arial" charset="0"/>
                <a:ea typeface="Geneva" pitchFamily="-109" charset="-128"/>
                <a:cs typeface="+mn-cs"/>
              </a:defRPr>
            </a:lvl5pPr>
            <a:lvl6pPr marL="2285733" algn="l" defTabSz="914293" rtl="0" eaLnBrk="1" latinLnBrk="0" hangingPunct="1">
              <a:defRPr kern="1200">
                <a:solidFill>
                  <a:schemeClr val="tx1"/>
                </a:solidFill>
                <a:latin typeface="Arial" charset="0"/>
                <a:ea typeface="Geneva" pitchFamily="-109" charset="-128"/>
                <a:cs typeface="+mn-cs"/>
              </a:defRPr>
            </a:lvl6pPr>
            <a:lvl7pPr marL="2742879" algn="l" defTabSz="914293" rtl="0" eaLnBrk="1" latinLnBrk="0" hangingPunct="1">
              <a:defRPr kern="1200">
                <a:solidFill>
                  <a:schemeClr val="tx1"/>
                </a:solidFill>
                <a:latin typeface="Arial" charset="0"/>
                <a:ea typeface="Geneva" pitchFamily="-109" charset="-128"/>
                <a:cs typeface="+mn-cs"/>
              </a:defRPr>
            </a:lvl7pPr>
            <a:lvl8pPr marL="3200026" algn="l" defTabSz="914293" rtl="0" eaLnBrk="1" latinLnBrk="0" hangingPunct="1">
              <a:defRPr kern="1200">
                <a:solidFill>
                  <a:schemeClr val="tx1"/>
                </a:solidFill>
                <a:latin typeface="Arial" charset="0"/>
                <a:ea typeface="Geneva" pitchFamily="-109" charset="-128"/>
                <a:cs typeface="+mn-cs"/>
              </a:defRPr>
            </a:lvl8pPr>
            <a:lvl9pPr marL="3657172" algn="l" defTabSz="914293" rtl="0" eaLnBrk="1" latinLnBrk="0" hangingPunct="1">
              <a:defRPr kern="1200">
                <a:solidFill>
                  <a:schemeClr val="tx1"/>
                </a:solidFill>
                <a:latin typeface="Arial" charset="0"/>
                <a:ea typeface="Geneva" pitchFamily="-109" charset="-128"/>
                <a:cs typeface="+mn-cs"/>
              </a:defRPr>
            </a:lvl9pPr>
          </a:lstStyle>
          <a:p>
            <a:pPr>
              <a:defRPr/>
            </a:pPr>
            <a:fld id="{2EDAC284-59FC-4EEB-A7F8-63017E0BC0CE}" type="slidenum">
              <a:rPr lang="en-US" sz="1000" smtClean="0"/>
              <a:pPr>
                <a:defRPr/>
              </a:pPr>
              <a:t>‹#›</a:t>
            </a:fld>
            <a:endParaRPr lang="en-US" sz="1000"/>
          </a:p>
        </p:txBody>
      </p:sp>
    </p:spTree>
    <p:extLst>
      <p:ext uri="{BB962C8B-B14F-4D97-AF65-F5344CB8AC3E}">
        <p14:creationId xmlns:p14="http://schemas.microsoft.com/office/powerpoint/2010/main" val="415766896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Only White Bkgd">
    <p:bg>
      <p:bgPr>
        <a:solidFill>
          <a:srgbClr val="2E86A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Text Placeholder 4"/>
          <p:cNvSpPr>
            <a:spLocks noGrp="1"/>
          </p:cNvSpPr>
          <p:nvPr>
            <p:ph type="body" sz="quarter" idx="11"/>
          </p:nvPr>
        </p:nvSpPr>
        <p:spPr>
          <a:xfrm>
            <a:off x="390144" y="792481"/>
            <a:ext cx="11408496" cy="893233"/>
          </a:xfrm>
        </p:spPr>
        <p:txBody>
          <a:bodyPr/>
          <a:lstStyle>
            <a:lvl1pPr marL="0" indent="0">
              <a:buNone/>
              <a:defRPr>
                <a:solidFill>
                  <a:schemeClr val="tx1"/>
                </a:solidFill>
                <a:latin typeface="Effra Pro" panose="020B0603020203020204" pitchFamily="34" charset="0"/>
              </a:defRPr>
            </a:lvl1pPr>
            <a:lvl2pPr marL="609585" indent="0">
              <a:buNone/>
              <a:defRPr/>
            </a:lvl2pPr>
          </a:lstStyle>
          <a:p>
            <a:pPr lvl="0"/>
            <a:r>
              <a:rPr lang="en-US"/>
              <a:t>Click to edit Master text styles</a:t>
            </a:r>
          </a:p>
        </p:txBody>
      </p:sp>
      <p:pic>
        <p:nvPicPr>
          <p:cNvPr id="4" name="Picture 3" descr="A blue and black logo  Description automatically generated">
            <a:extLst>
              <a:ext uri="{FF2B5EF4-FFF2-40B4-BE49-F238E27FC236}">
                <a16:creationId xmlns:a16="http://schemas.microsoft.com/office/drawing/2014/main" id="{4EC6F971-6548-9BD7-AC4A-1964144B755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cxnSp>
        <p:nvCxnSpPr>
          <p:cNvPr id="6" name="Straight Connector 5">
            <a:extLst>
              <a:ext uri="{FF2B5EF4-FFF2-40B4-BE49-F238E27FC236}">
                <a16:creationId xmlns:a16="http://schemas.microsoft.com/office/drawing/2014/main" id="{B107E062-E2DE-0C9D-99B4-ACC5F128250F}"/>
              </a:ext>
            </a:extLst>
          </p:cNvPr>
          <p:cNvCxnSpPr>
            <a:cxnSpLocks/>
          </p:cNvCxnSpPr>
          <p:nvPr userDrawn="1"/>
        </p:nvCxnSpPr>
        <p:spPr>
          <a:xfrm>
            <a:off x="390153" y="1475864"/>
            <a:ext cx="11408497"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
        <p:nvSpPr>
          <p:cNvPr id="7" name="Slide Number Placeholder 9">
            <a:extLst>
              <a:ext uri="{FF2B5EF4-FFF2-40B4-BE49-F238E27FC236}">
                <a16:creationId xmlns:a16="http://schemas.microsoft.com/office/drawing/2014/main" id="{82753250-AB15-D338-886B-ADA77DEAB5A6}"/>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8" name="TextBox 7">
            <a:extLst>
              <a:ext uri="{FF2B5EF4-FFF2-40B4-BE49-F238E27FC236}">
                <a16:creationId xmlns:a16="http://schemas.microsoft.com/office/drawing/2014/main" id="{0D84ED21-DF0A-64CE-033F-AE56DAE27A9F}"/>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10" name="TextBox 9">
            <a:extLst>
              <a:ext uri="{FF2B5EF4-FFF2-40B4-BE49-F238E27FC236}">
                <a16:creationId xmlns:a16="http://schemas.microsoft.com/office/drawing/2014/main" id="{23B801E1-DB0B-1C33-7128-9E96E10F97A2}"/>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chemeClr val="tx1"/>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Tree>
    <p:extLst>
      <p:ext uri="{BB962C8B-B14F-4D97-AF65-F5344CB8AC3E}">
        <p14:creationId xmlns:p14="http://schemas.microsoft.com/office/powerpoint/2010/main" val="27491736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pic>
        <p:nvPicPr>
          <p:cNvPr id="6" name="Picture 5" descr="A blue and black logo  Description automatically generated">
            <a:extLst>
              <a:ext uri="{FF2B5EF4-FFF2-40B4-BE49-F238E27FC236}">
                <a16:creationId xmlns:a16="http://schemas.microsoft.com/office/drawing/2014/main" id="{89017371-FA5D-663D-ADE0-5B811A0E806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sp>
        <p:nvSpPr>
          <p:cNvPr id="8" name="TextBox 7">
            <a:extLst>
              <a:ext uri="{FF2B5EF4-FFF2-40B4-BE49-F238E27FC236}">
                <a16:creationId xmlns:a16="http://schemas.microsoft.com/office/drawing/2014/main" id="{5858C8BA-0269-938C-602B-D7EB8F16A3B9}"/>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10" name="TextBox 9">
            <a:extLst>
              <a:ext uri="{FF2B5EF4-FFF2-40B4-BE49-F238E27FC236}">
                <a16:creationId xmlns:a16="http://schemas.microsoft.com/office/drawing/2014/main" id="{C1CAC46B-7BBD-9D9F-6071-5C3D65F6BE50}"/>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2E86AF"/>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
        <p:nvSpPr>
          <p:cNvPr id="11" name="Slide Number Placeholder 9">
            <a:extLst>
              <a:ext uri="{FF2B5EF4-FFF2-40B4-BE49-F238E27FC236}">
                <a16:creationId xmlns:a16="http://schemas.microsoft.com/office/drawing/2014/main" id="{75011B78-F9FE-4FE9-05EE-C969AF893A6C}"/>
              </a:ext>
            </a:extLst>
          </p:cNvPr>
          <p:cNvSpPr txBox="1">
            <a:spLocks/>
          </p:cNvSpPr>
          <p:nvPr userDrawn="1"/>
        </p:nvSpPr>
        <p:spPr>
          <a:xfrm>
            <a:off x="11493849" y="6575705"/>
            <a:ext cx="304800" cy="153888"/>
          </a:xfrm>
          <a:prstGeom prst="rect">
            <a:avLst/>
          </a:prstGeom>
        </p:spPr>
        <p:txBody>
          <a:bodyPr vert="horz" wrap="square" lIns="0" tIns="0" rIns="0" bIns="0" rtlCol="0" anchor="ctr">
            <a:spAutoFit/>
          </a:bodyPr>
          <a:lstStyle>
            <a:defPPr>
              <a:defRPr lang="en-US"/>
            </a:defPPr>
            <a:lvl1pPr algn="r" rtl="0" fontAlgn="auto">
              <a:spcBef>
                <a:spcPts val="0"/>
              </a:spcBef>
              <a:spcAft>
                <a:spcPts val="0"/>
              </a:spcAft>
              <a:defRPr sz="750" kern="1200" smtClean="0">
                <a:solidFill>
                  <a:srgbClr val="0A3C53"/>
                </a:solidFill>
                <a:latin typeface="Effra Pro" panose="020B0603020203020204" pitchFamily="34" charset="0"/>
                <a:ea typeface="Geneva" pitchFamily="-109" charset="-128"/>
                <a:cs typeface="+mn-cs"/>
              </a:defRPr>
            </a:lvl1pPr>
            <a:lvl2pPr marL="457146" algn="l" rtl="0" fontAlgn="base">
              <a:spcBef>
                <a:spcPct val="0"/>
              </a:spcBef>
              <a:spcAft>
                <a:spcPct val="0"/>
              </a:spcAft>
              <a:defRPr kern="1200">
                <a:solidFill>
                  <a:schemeClr val="tx1"/>
                </a:solidFill>
                <a:latin typeface="Arial" charset="0"/>
                <a:ea typeface="Geneva" pitchFamily="-109" charset="-128"/>
                <a:cs typeface="+mn-cs"/>
              </a:defRPr>
            </a:lvl2pPr>
            <a:lvl3pPr marL="914293" algn="l" rtl="0" fontAlgn="base">
              <a:spcBef>
                <a:spcPct val="0"/>
              </a:spcBef>
              <a:spcAft>
                <a:spcPct val="0"/>
              </a:spcAft>
              <a:defRPr kern="1200">
                <a:solidFill>
                  <a:schemeClr val="tx1"/>
                </a:solidFill>
                <a:latin typeface="Arial" charset="0"/>
                <a:ea typeface="Geneva" pitchFamily="-109" charset="-128"/>
                <a:cs typeface="+mn-cs"/>
              </a:defRPr>
            </a:lvl3pPr>
            <a:lvl4pPr marL="1371440" algn="l" rtl="0" fontAlgn="base">
              <a:spcBef>
                <a:spcPct val="0"/>
              </a:spcBef>
              <a:spcAft>
                <a:spcPct val="0"/>
              </a:spcAft>
              <a:defRPr kern="1200">
                <a:solidFill>
                  <a:schemeClr val="tx1"/>
                </a:solidFill>
                <a:latin typeface="Arial" charset="0"/>
                <a:ea typeface="Geneva" pitchFamily="-109" charset="-128"/>
                <a:cs typeface="+mn-cs"/>
              </a:defRPr>
            </a:lvl4pPr>
            <a:lvl5pPr marL="1828586" algn="l" rtl="0" fontAlgn="base">
              <a:spcBef>
                <a:spcPct val="0"/>
              </a:spcBef>
              <a:spcAft>
                <a:spcPct val="0"/>
              </a:spcAft>
              <a:defRPr kern="1200">
                <a:solidFill>
                  <a:schemeClr val="tx1"/>
                </a:solidFill>
                <a:latin typeface="Arial" charset="0"/>
                <a:ea typeface="Geneva" pitchFamily="-109" charset="-128"/>
                <a:cs typeface="+mn-cs"/>
              </a:defRPr>
            </a:lvl5pPr>
            <a:lvl6pPr marL="2285733" algn="l" defTabSz="914293" rtl="0" eaLnBrk="1" latinLnBrk="0" hangingPunct="1">
              <a:defRPr kern="1200">
                <a:solidFill>
                  <a:schemeClr val="tx1"/>
                </a:solidFill>
                <a:latin typeface="Arial" charset="0"/>
                <a:ea typeface="Geneva" pitchFamily="-109" charset="-128"/>
                <a:cs typeface="+mn-cs"/>
              </a:defRPr>
            </a:lvl6pPr>
            <a:lvl7pPr marL="2742879" algn="l" defTabSz="914293" rtl="0" eaLnBrk="1" latinLnBrk="0" hangingPunct="1">
              <a:defRPr kern="1200">
                <a:solidFill>
                  <a:schemeClr val="tx1"/>
                </a:solidFill>
                <a:latin typeface="Arial" charset="0"/>
                <a:ea typeface="Geneva" pitchFamily="-109" charset="-128"/>
                <a:cs typeface="+mn-cs"/>
              </a:defRPr>
            </a:lvl7pPr>
            <a:lvl8pPr marL="3200026" algn="l" defTabSz="914293" rtl="0" eaLnBrk="1" latinLnBrk="0" hangingPunct="1">
              <a:defRPr kern="1200">
                <a:solidFill>
                  <a:schemeClr val="tx1"/>
                </a:solidFill>
                <a:latin typeface="Arial" charset="0"/>
                <a:ea typeface="Geneva" pitchFamily="-109" charset="-128"/>
                <a:cs typeface="+mn-cs"/>
              </a:defRPr>
            </a:lvl8pPr>
            <a:lvl9pPr marL="3657172" algn="l" defTabSz="914293" rtl="0" eaLnBrk="1" latinLnBrk="0" hangingPunct="1">
              <a:defRPr kern="1200">
                <a:solidFill>
                  <a:schemeClr val="tx1"/>
                </a:solidFill>
                <a:latin typeface="Arial" charset="0"/>
                <a:ea typeface="Geneva" pitchFamily="-109" charset="-128"/>
                <a:cs typeface="+mn-cs"/>
              </a:defRPr>
            </a:lvl9pPr>
          </a:lstStyle>
          <a:p>
            <a:pPr>
              <a:defRPr/>
            </a:pPr>
            <a:fld id="{2EDAC284-59FC-4EEB-A7F8-63017E0BC0CE}" type="slidenum">
              <a:rPr lang="en-US" sz="1000" smtClean="0"/>
              <a:pPr>
                <a:defRPr/>
              </a:pPr>
              <a:t>‹#›</a:t>
            </a:fld>
            <a:endParaRPr lang="en-US" sz="1000"/>
          </a:p>
        </p:txBody>
      </p:sp>
    </p:spTree>
    <p:extLst>
      <p:ext uri="{BB962C8B-B14F-4D97-AF65-F5344CB8AC3E}">
        <p14:creationId xmlns:p14="http://schemas.microsoft.com/office/powerpoint/2010/main" val="295832213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B2D4E4">
            <a:alpha val="60000"/>
          </a:srgb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775869-9BE2-C91E-FE1C-C531659F2D5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519674" y="1959965"/>
            <a:ext cx="5152653" cy="2035145"/>
          </a:xfrm>
          <a:prstGeom prst="rect">
            <a:avLst/>
          </a:prstGeom>
        </p:spPr>
      </p:pic>
      <p:sp>
        <p:nvSpPr>
          <p:cNvPr id="2" name="TextBox 1">
            <a:extLst>
              <a:ext uri="{FF2B5EF4-FFF2-40B4-BE49-F238E27FC236}">
                <a16:creationId xmlns:a16="http://schemas.microsoft.com/office/drawing/2014/main" id="{E98972CC-B2EC-0A42-C66F-B2C25B2EFA9B}"/>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3" name="TextBox 2">
            <a:extLst>
              <a:ext uri="{FF2B5EF4-FFF2-40B4-BE49-F238E27FC236}">
                <a16:creationId xmlns:a16="http://schemas.microsoft.com/office/drawing/2014/main" id="{6FC2E232-DCD5-E378-930F-E010982384CF}"/>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2E86AF"/>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
        <p:nvSpPr>
          <p:cNvPr id="6" name="Slide Number Placeholder 9">
            <a:extLst>
              <a:ext uri="{FF2B5EF4-FFF2-40B4-BE49-F238E27FC236}">
                <a16:creationId xmlns:a16="http://schemas.microsoft.com/office/drawing/2014/main" id="{FBDC37F1-83A0-F9BE-9023-B31FC76D5071}"/>
              </a:ext>
            </a:extLst>
          </p:cNvPr>
          <p:cNvSpPr txBox="1">
            <a:spLocks/>
          </p:cNvSpPr>
          <p:nvPr userDrawn="1"/>
        </p:nvSpPr>
        <p:spPr>
          <a:xfrm>
            <a:off x="11493849" y="6575705"/>
            <a:ext cx="304800" cy="153888"/>
          </a:xfrm>
          <a:prstGeom prst="rect">
            <a:avLst/>
          </a:prstGeom>
        </p:spPr>
        <p:txBody>
          <a:bodyPr vert="horz" wrap="square" lIns="0" tIns="0" rIns="0" bIns="0" rtlCol="0" anchor="ctr">
            <a:spAutoFit/>
          </a:bodyPr>
          <a:lstStyle>
            <a:defPPr>
              <a:defRPr lang="en-US"/>
            </a:defPPr>
            <a:lvl1pPr algn="r" rtl="0" fontAlgn="auto">
              <a:spcBef>
                <a:spcPts val="0"/>
              </a:spcBef>
              <a:spcAft>
                <a:spcPts val="0"/>
              </a:spcAft>
              <a:defRPr sz="750" kern="1200" smtClean="0">
                <a:solidFill>
                  <a:srgbClr val="0A3C53"/>
                </a:solidFill>
                <a:latin typeface="Effra Pro" panose="020B0603020203020204" pitchFamily="34" charset="0"/>
                <a:ea typeface="Geneva" pitchFamily="-109" charset="-128"/>
                <a:cs typeface="+mn-cs"/>
              </a:defRPr>
            </a:lvl1pPr>
            <a:lvl2pPr marL="457146" algn="l" rtl="0" fontAlgn="base">
              <a:spcBef>
                <a:spcPct val="0"/>
              </a:spcBef>
              <a:spcAft>
                <a:spcPct val="0"/>
              </a:spcAft>
              <a:defRPr kern="1200">
                <a:solidFill>
                  <a:schemeClr val="tx1"/>
                </a:solidFill>
                <a:latin typeface="Arial" charset="0"/>
                <a:ea typeface="Geneva" pitchFamily="-109" charset="-128"/>
                <a:cs typeface="+mn-cs"/>
              </a:defRPr>
            </a:lvl2pPr>
            <a:lvl3pPr marL="914293" algn="l" rtl="0" fontAlgn="base">
              <a:spcBef>
                <a:spcPct val="0"/>
              </a:spcBef>
              <a:spcAft>
                <a:spcPct val="0"/>
              </a:spcAft>
              <a:defRPr kern="1200">
                <a:solidFill>
                  <a:schemeClr val="tx1"/>
                </a:solidFill>
                <a:latin typeface="Arial" charset="0"/>
                <a:ea typeface="Geneva" pitchFamily="-109" charset="-128"/>
                <a:cs typeface="+mn-cs"/>
              </a:defRPr>
            </a:lvl3pPr>
            <a:lvl4pPr marL="1371440" algn="l" rtl="0" fontAlgn="base">
              <a:spcBef>
                <a:spcPct val="0"/>
              </a:spcBef>
              <a:spcAft>
                <a:spcPct val="0"/>
              </a:spcAft>
              <a:defRPr kern="1200">
                <a:solidFill>
                  <a:schemeClr val="tx1"/>
                </a:solidFill>
                <a:latin typeface="Arial" charset="0"/>
                <a:ea typeface="Geneva" pitchFamily="-109" charset="-128"/>
                <a:cs typeface="+mn-cs"/>
              </a:defRPr>
            </a:lvl4pPr>
            <a:lvl5pPr marL="1828586" algn="l" rtl="0" fontAlgn="base">
              <a:spcBef>
                <a:spcPct val="0"/>
              </a:spcBef>
              <a:spcAft>
                <a:spcPct val="0"/>
              </a:spcAft>
              <a:defRPr kern="1200">
                <a:solidFill>
                  <a:schemeClr val="tx1"/>
                </a:solidFill>
                <a:latin typeface="Arial" charset="0"/>
                <a:ea typeface="Geneva" pitchFamily="-109" charset="-128"/>
                <a:cs typeface="+mn-cs"/>
              </a:defRPr>
            </a:lvl5pPr>
            <a:lvl6pPr marL="2285733" algn="l" defTabSz="914293" rtl="0" eaLnBrk="1" latinLnBrk="0" hangingPunct="1">
              <a:defRPr kern="1200">
                <a:solidFill>
                  <a:schemeClr val="tx1"/>
                </a:solidFill>
                <a:latin typeface="Arial" charset="0"/>
                <a:ea typeface="Geneva" pitchFamily="-109" charset="-128"/>
                <a:cs typeface="+mn-cs"/>
              </a:defRPr>
            </a:lvl6pPr>
            <a:lvl7pPr marL="2742879" algn="l" defTabSz="914293" rtl="0" eaLnBrk="1" latinLnBrk="0" hangingPunct="1">
              <a:defRPr kern="1200">
                <a:solidFill>
                  <a:schemeClr val="tx1"/>
                </a:solidFill>
                <a:latin typeface="Arial" charset="0"/>
                <a:ea typeface="Geneva" pitchFamily="-109" charset="-128"/>
                <a:cs typeface="+mn-cs"/>
              </a:defRPr>
            </a:lvl7pPr>
            <a:lvl8pPr marL="3200026" algn="l" defTabSz="914293" rtl="0" eaLnBrk="1" latinLnBrk="0" hangingPunct="1">
              <a:defRPr kern="1200">
                <a:solidFill>
                  <a:schemeClr val="tx1"/>
                </a:solidFill>
                <a:latin typeface="Arial" charset="0"/>
                <a:ea typeface="Geneva" pitchFamily="-109" charset="-128"/>
                <a:cs typeface="+mn-cs"/>
              </a:defRPr>
            </a:lvl8pPr>
            <a:lvl9pPr marL="3657172" algn="l" defTabSz="914293" rtl="0" eaLnBrk="1" latinLnBrk="0" hangingPunct="1">
              <a:defRPr kern="1200">
                <a:solidFill>
                  <a:schemeClr val="tx1"/>
                </a:solidFill>
                <a:latin typeface="Arial" charset="0"/>
                <a:ea typeface="Geneva" pitchFamily="-109" charset="-128"/>
                <a:cs typeface="+mn-cs"/>
              </a:defRPr>
            </a:lvl9pPr>
          </a:lstStyle>
          <a:p>
            <a:pPr>
              <a:defRPr/>
            </a:pPr>
            <a:fld id="{2EDAC284-59FC-4EEB-A7F8-63017E0BC0CE}" type="slidenum">
              <a:rPr lang="en-US" sz="1000" smtClean="0"/>
              <a:pPr>
                <a:defRPr/>
              </a:pPr>
              <a:t>‹#›</a:t>
            </a:fld>
            <a:endParaRPr lang="en-US" sz="1000"/>
          </a:p>
        </p:txBody>
      </p:sp>
    </p:spTree>
    <p:extLst>
      <p:ext uri="{BB962C8B-B14F-4D97-AF65-F5344CB8AC3E}">
        <p14:creationId xmlns:p14="http://schemas.microsoft.com/office/powerpoint/2010/main" val="111509536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2E86A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775869-9BE2-C91E-FE1C-C531659F2D5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519674" y="1961907"/>
            <a:ext cx="5152653" cy="2031259"/>
          </a:xfrm>
          <a:prstGeom prst="rect">
            <a:avLst/>
          </a:prstGeom>
        </p:spPr>
      </p:pic>
      <p:sp>
        <p:nvSpPr>
          <p:cNvPr id="2" name="TextBox 1">
            <a:extLst>
              <a:ext uri="{FF2B5EF4-FFF2-40B4-BE49-F238E27FC236}">
                <a16:creationId xmlns:a16="http://schemas.microsoft.com/office/drawing/2014/main" id="{E98972CC-B2EC-0A42-C66F-B2C25B2EFA9B}"/>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6" name="Slide Number Placeholder 9">
            <a:extLst>
              <a:ext uri="{FF2B5EF4-FFF2-40B4-BE49-F238E27FC236}">
                <a16:creationId xmlns:a16="http://schemas.microsoft.com/office/drawing/2014/main" id="{FBDC37F1-83A0-F9BE-9023-B31FC76D5071}"/>
              </a:ext>
            </a:extLst>
          </p:cNvPr>
          <p:cNvSpPr txBox="1">
            <a:spLocks/>
          </p:cNvSpPr>
          <p:nvPr userDrawn="1"/>
        </p:nvSpPr>
        <p:spPr>
          <a:xfrm>
            <a:off x="11493849" y="6575705"/>
            <a:ext cx="304800" cy="153888"/>
          </a:xfrm>
          <a:prstGeom prst="rect">
            <a:avLst/>
          </a:prstGeom>
        </p:spPr>
        <p:txBody>
          <a:bodyPr vert="horz" wrap="square" lIns="0" tIns="0" rIns="0" bIns="0" rtlCol="0" anchor="ctr">
            <a:spAutoFit/>
          </a:bodyPr>
          <a:lstStyle>
            <a:defPPr>
              <a:defRPr lang="en-US"/>
            </a:defPPr>
            <a:lvl1pPr algn="r" rtl="0" fontAlgn="auto">
              <a:spcBef>
                <a:spcPts val="0"/>
              </a:spcBef>
              <a:spcAft>
                <a:spcPts val="0"/>
              </a:spcAft>
              <a:defRPr sz="750" kern="1200" smtClean="0">
                <a:solidFill>
                  <a:srgbClr val="0A3C53"/>
                </a:solidFill>
                <a:latin typeface="Effra Pro" panose="020B0603020203020204" pitchFamily="34" charset="0"/>
                <a:ea typeface="Geneva" pitchFamily="-109" charset="-128"/>
                <a:cs typeface="+mn-cs"/>
              </a:defRPr>
            </a:lvl1pPr>
            <a:lvl2pPr marL="457146" algn="l" rtl="0" fontAlgn="base">
              <a:spcBef>
                <a:spcPct val="0"/>
              </a:spcBef>
              <a:spcAft>
                <a:spcPct val="0"/>
              </a:spcAft>
              <a:defRPr kern="1200">
                <a:solidFill>
                  <a:schemeClr val="tx1"/>
                </a:solidFill>
                <a:latin typeface="Arial" charset="0"/>
                <a:ea typeface="Geneva" pitchFamily="-109" charset="-128"/>
                <a:cs typeface="+mn-cs"/>
              </a:defRPr>
            </a:lvl2pPr>
            <a:lvl3pPr marL="914293" algn="l" rtl="0" fontAlgn="base">
              <a:spcBef>
                <a:spcPct val="0"/>
              </a:spcBef>
              <a:spcAft>
                <a:spcPct val="0"/>
              </a:spcAft>
              <a:defRPr kern="1200">
                <a:solidFill>
                  <a:schemeClr val="tx1"/>
                </a:solidFill>
                <a:latin typeface="Arial" charset="0"/>
                <a:ea typeface="Geneva" pitchFamily="-109" charset="-128"/>
                <a:cs typeface="+mn-cs"/>
              </a:defRPr>
            </a:lvl3pPr>
            <a:lvl4pPr marL="1371440" algn="l" rtl="0" fontAlgn="base">
              <a:spcBef>
                <a:spcPct val="0"/>
              </a:spcBef>
              <a:spcAft>
                <a:spcPct val="0"/>
              </a:spcAft>
              <a:defRPr kern="1200">
                <a:solidFill>
                  <a:schemeClr val="tx1"/>
                </a:solidFill>
                <a:latin typeface="Arial" charset="0"/>
                <a:ea typeface="Geneva" pitchFamily="-109" charset="-128"/>
                <a:cs typeface="+mn-cs"/>
              </a:defRPr>
            </a:lvl4pPr>
            <a:lvl5pPr marL="1828586" algn="l" rtl="0" fontAlgn="base">
              <a:spcBef>
                <a:spcPct val="0"/>
              </a:spcBef>
              <a:spcAft>
                <a:spcPct val="0"/>
              </a:spcAft>
              <a:defRPr kern="1200">
                <a:solidFill>
                  <a:schemeClr val="tx1"/>
                </a:solidFill>
                <a:latin typeface="Arial" charset="0"/>
                <a:ea typeface="Geneva" pitchFamily="-109" charset="-128"/>
                <a:cs typeface="+mn-cs"/>
              </a:defRPr>
            </a:lvl5pPr>
            <a:lvl6pPr marL="2285733" algn="l" defTabSz="914293" rtl="0" eaLnBrk="1" latinLnBrk="0" hangingPunct="1">
              <a:defRPr kern="1200">
                <a:solidFill>
                  <a:schemeClr val="tx1"/>
                </a:solidFill>
                <a:latin typeface="Arial" charset="0"/>
                <a:ea typeface="Geneva" pitchFamily="-109" charset="-128"/>
                <a:cs typeface="+mn-cs"/>
              </a:defRPr>
            </a:lvl6pPr>
            <a:lvl7pPr marL="2742879" algn="l" defTabSz="914293" rtl="0" eaLnBrk="1" latinLnBrk="0" hangingPunct="1">
              <a:defRPr kern="1200">
                <a:solidFill>
                  <a:schemeClr val="tx1"/>
                </a:solidFill>
                <a:latin typeface="Arial" charset="0"/>
                <a:ea typeface="Geneva" pitchFamily="-109" charset="-128"/>
                <a:cs typeface="+mn-cs"/>
              </a:defRPr>
            </a:lvl7pPr>
            <a:lvl8pPr marL="3200026" algn="l" defTabSz="914293" rtl="0" eaLnBrk="1" latinLnBrk="0" hangingPunct="1">
              <a:defRPr kern="1200">
                <a:solidFill>
                  <a:schemeClr val="tx1"/>
                </a:solidFill>
                <a:latin typeface="Arial" charset="0"/>
                <a:ea typeface="Geneva" pitchFamily="-109" charset="-128"/>
                <a:cs typeface="+mn-cs"/>
              </a:defRPr>
            </a:lvl8pPr>
            <a:lvl9pPr marL="3657172" algn="l" defTabSz="914293" rtl="0" eaLnBrk="1" latinLnBrk="0" hangingPunct="1">
              <a:defRPr kern="1200">
                <a:solidFill>
                  <a:schemeClr val="tx1"/>
                </a:solidFill>
                <a:latin typeface="Arial" charset="0"/>
                <a:ea typeface="Geneva" pitchFamily="-109" charset="-128"/>
                <a:cs typeface="+mn-cs"/>
              </a:defRPr>
            </a:lvl9pPr>
          </a:lstStyle>
          <a:p>
            <a:pPr>
              <a:defRPr/>
            </a:pPr>
            <a:fld id="{2EDAC284-59FC-4EEB-A7F8-63017E0BC0CE}" type="slidenum">
              <a:rPr lang="en-US" sz="1000" smtClean="0"/>
              <a:pPr>
                <a:defRPr/>
              </a:pPr>
              <a:t>‹#›</a:t>
            </a:fld>
            <a:endParaRPr lang="en-US" sz="1000"/>
          </a:p>
        </p:txBody>
      </p:sp>
      <p:sp>
        <p:nvSpPr>
          <p:cNvPr id="5" name="TextBox 4">
            <a:extLst>
              <a:ext uri="{FF2B5EF4-FFF2-40B4-BE49-F238E27FC236}">
                <a16:creationId xmlns:a16="http://schemas.microsoft.com/office/drawing/2014/main" id="{2A60A7AE-F6F5-F819-941E-DB8BE84CEEFA}"/>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 xml:space="preserve">| </a:t>
            </a:r>
            <a:r>
              <a:rPr lang="en-US" sz="1467">
                <a:solidFill>
                  <a:schemeClr val="tx1"/>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Tree>
    <p:extLst>
      <p:ext uri="{BB962C8B-B14F-4D97-AF65-F5344CB8AC3E}">
        <p14:creationId xmlns:p14="http://schemas.microsoft.com/office/powerpoint/2010/main" val="321327822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B2D4E4">
            <a:alpha val="60000"/>
          </a:srgbClr>
        </a:solidFill>
        <a:effectLst/>
      </p:bgPr>
    </p:bg>
    <p:spTree>
      <p:nvGrpSpPr>
        <p:cNvPr id="1" name=""/>
        <p:cNvGrpSpPr/>
        <p:nvPr/>
      </p:nvGrpSpPr>
      <p:grpSpPr>
        <a:xfrm>
          <a:off x="0" y="0"/>
          <a:ext cx="0" cy="0"/>
          <a:chOff x="0" y="0"/>
          <a:chExt cx="0" cy="0"/>
        </a:xfrm>
      </p:grpSpPr>
      <p:sp>
        <p:nvSpPr>
          <p:cNvPr id="2" name="Rectangle 1"/>
          <p:cNvSpPr/>
          <p:nvPr userDrawn="1"/>
        </p:nvSpPr>
        <p:spPr bwMode="ltGray">
          <a:xfrm>
            <a:off x="4715070" y="2090057"/>
            <a:ext cx="2761860" cy="2718056"/>
          </a:xfrm>
          <a:prstGeom prst="rect">
            <a:avLst/>
          </a:prstGeom>
          <a:solidFill>
            <a:schemeClr val="bg1"/>
          </a:solidFill>
          <a:ln w="12700" cap="flat" cmpd="sng" algn="ctr">
            <a:noFill/>
            <a:prstDash val="solid"/>
            <a:round/>
            <a:headEnd type="none" w="sm" len="sm"/>
            <a:tailEnd type="none" w="sm" len="sm"/>
          </a:ln>
        </p:spPr>
        <p:txBody>
          <a:bodyPr rtlCol="0" anchor="ctr"/>
          <a:lstStyle/>
          <a:p>
            <a:pPr algn="ctr"/>
            <a:endParaRPr lang="en-US">
              <a:latin typeface="+mj-lt"/>
            </a:endParaRPr>
          </a:p>
        </p:txBody>
      </p:sp>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l="13483" t="23045" r="54224" b="23088"/>
          <a:stretch/>
        </p:blipFill>
        <p:spPr>
          <a:xfrm>
            <a:off x="4453844" y="1803401"/>
            <a:ext cx="3284312" cy="3242212"/>
          </a:xfrm>
          <a:prstGeom prst="rect">
            <a:avLst/>
          </a:prstGeom>
        </p:spPr>
      </p:pic>
    </p:spTree>
    <p:extLst>
      <p:ext uri="{BB962C8B-B14F-4D97-AF65-F5344CB8AC3E}">
        <p14:creationId xmlns:p14="http://schemas.microsoft.com/office/powerpoint/2010/main" val="3683883655"/>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itle Slide Dark Blue Wide">
    <p:bg>
      <p:bgPr>
        <a:solidFill>
          <a:srgbClr val="0A385E"/>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529F1A3-DA06-3597-CF6E-1EC74AA9DC0B}"/>
              </a:ext>
            </a:extLst>
          </p:cNvPr>
          <p:cNvSpPr>
            <a:spLocks noGrp="1"/>
          </p:cNvSpPr>
          <p:nvPr>
            <p:ph type="ctrTitle"/>
          </p:nvPr>
        </p:nvSpPr>
        <p:spPr>
          <a:xfrm>
            <a:off x="406400" y="5000071"/>
            <a:ext cx="11379200" cy="571556"/>
          </a:xfrm>
        </p:spPr>
        <p:txBody>
          <a:bodyPr>
            <a:noAutofit/>
          </a:bodyPr>
          <a:lstStyle>
            <a:lvl1pPr>
              <a:lnSpc>
                <a:spcPct val="100000"/>
              </a:lnSpc>
              <a:defRPr sz="2667" b="0" baseline="0">
                <a:solidFill>
                  <a:schemeClr val="tx1"/>
                </a:solidFill>
                <a:latin typeface="Alda Pro" pitchFamily="50" charset="0"/>
              </a:defRPr>
            </a:lvl1pPr>
          </a:lstStyle>
          <a:p>
            <a:r>
              <a:rPr lang="en-US"/>
              <a:t>Click to edit Master title style</a:t>
            </a:r>
          </a:p>
        </p:txBody>
      </p:sp>
      <p:sp>
        <p:nvSpPr>
          <p:cNvPr id="12" name="Slide Number Placeholder 9">
            <a:extLst>
              <a:ext uri="{FF2B5EF4-FFF2-40B4-BE49-F238E27FC236}">
                <a16:creationId xmlns:a16="http://schemas.microsoft.com/office/drawing/2014/main" id="{6A2D2AFE-B1C6-ED8A-B793-E8882B34141E}"/>
              </a:ext>
            </a:extLst>
          </p:cNvPr>
          <p:cNvSpPr txBox="1">
            <a:spLocks/>
          </p:cNvSpPr>
          <p:nvPr userDrawn="1"/>
        </p:nvSpPr>
        <p:spPr>
          <a:xfrm>
            <a:off x="11493849" y="6583401"/>
            <a:ext cx="304800" cy="138500"/>
          </a:xfrm>
          <a:prstGeom prst="rect">
            <a:avLst/>
          </a:prstGeom>
        </p:spPr>
        <p:txBody>
          <a:bodyPr vert="horz" wrap="square" lIns="0" tIns="0" rIns="0" bIns="0" rtlCol="0" anchor="ctr">
            <a:spAutoFit/>
          </a:bodyPr>
          <a:lstStyle>
            <a:defPPr>
              <a:defRPr lang="en-US"/>
            </a:defPPr>
            <a:lvl1pPr algn="r" rtl="0" fontAlgn="auto">
              <a:spcBef>
                <a:spcPts val="0"/>
              </a:spcBef>
              <a:spcAft>
                <a:spcPts val="0"/>
              </a:spcAft>
              <a:defRPr sz="750" kern="1200" smtClean="0">
                <a:solidFill>
                  <a:srgbClr val="0A3C53"/>
                </a:solidFill>
                <a:latin typeface="Effra Pro" panose="020B0603020203020204" pitchFamily="34" charset="0"/>
                <a:ea typeface="Geneva" pitchFamily="-109" charset="-128"/>
                <a:cs typeface="+mn-cs"/>
              </a:defRPr>
            </a:lvl1pPr>
            <a:lvl2pPr marL="457146" algn="l" rtl="0" fontAlgn="base">
              <a:spcBef>
                <a:spcPct val="0"/>
              </a:spcBef>
              <a:spcAft>
                <a:spcPct val="0"/>
              </a:spcAft>
              <a:defRPr kern="1200">
                <a:solidFill>
                  <a:schemeClr val="tx1"/>
                </a:solidFill>
                <a:latin typeface="Arial" charset="0"/>
                <a:ea typeface="Geneva" pitchFamily="-109" charset="-128"/>
                <a:cs typeface="+mn-cs"/>
              </a:defRPr>
            </a:lvl2pPr>
            <a:lvl3pPr marL="914293" algn="l" rtl="0" fontAlgn="base">
              <a:spcBef>
                <a:spcPct val="0"/>
              </a:spcBef>
              <a:spcAft>
                <a:spcPct val="0"/>
              </a:spcAft>
              <a:defRPr kern="1200">
                <a:solidFill>
                  <a:schemeClr val="tx1"/>
                </a:solidFill>
                <a:latin typeface="Arial" charset="0"/>
                <a:ea typeface="Geneva" pitchFamily="-109" charset="-128"/>
                <a:cs typeface="+mn-cs"/>
              </a:defRPr>
            </a:lvl3pPr>
            <a:lvl4pPr marL="1371440" algn="l" rtl="0" fontAlgn="base">
              <a:spcBef>
                <a:spcPct val="0"/>
              </a:spcBef>
              <a:spcAft>
                <a:spcPct val="0"/>
              </a:spcAft>
              <a:defRPr kern="1200">
                <a:solidFill>
                  <a:schemeClr val="tx1"/>
                </a:solidFill>
                <a:latin typeface="Arial" charset="0"/>
                <a:ea typeface="Geneva" pitchFamily="-109" charset="-128"/>
                <a:cs typeface="+mn-cs"/>
              </a:defRPr>
            </a:lvl4pPr>
            <a:lvl5pPr marL="1828586" algn="l" rtl="0" fontAlgn="base">
              <a:spcBef>
                <a:spcPct val="0"/>
              </a:spcBef>
              <a:spcAft>
                <a:spcPct val="0"/>
              </a:spcAft>
              <a:defRPr kern="1200">
                <a:solidFill>
                  <a:schemeClr val="tx1"/>
                </a:solidFill>
                <a:latin typeface="Arial" charset="0"/>
                <a:ea typeface="Geneva" pitchFamily="-109" charset="-128"/>
                <a:cs typeface="+mn-cs"/>
              </a:defRPr>
            </a:lvl5pPr>
            <a:lvl6pPr marL="2285733" algn="l" defTabSz="914293" rtl="0" eaLnBrk="1" latinLnBrk="0" hangingPunct="1">
              <a:defRPr kern="1200">
                <a:solidFill>
                  <a:schemeClr val="tx1"/>
                </a:solidFill>
                <a:latin typeface="Arial" charset="0"/>
                <a:ea typeface="Geneva" pitchFamily="-109" charset="-128"/>
                <a:cs typeface="+mn-cs"/>
              </a:defRPr>
            </a:lvl6pPr>
            <a:lvl7pPr marL="2742879" algn="l" defTabSz="914293" rtl="0" eaLnBrk="1" latinLnBrk="0" hangingPunct="1">
              <a:defRPr kern="1200">
                <a:solidFill>
                  <a:schemeClr val="tx1"/>
                </a:solidFill>
                <a:latin typeface="Arial" charset="0"/>
                <a:ea typeface="Geneva" pitchFamily="-109" charset="-128"/>
                <a:cs typeface="+mn-cs"/>
              </a:defRPr>
            </a:lvl7pPr>
            <a:lvl8pPr marL="3200026" algn="l" defTabSz="914293" rtl="0" eaLnBrk="1" latinLnBrk="0" hangingPunct="1">
              <a:defRPr kern="1200">
                <a:solidFill>
                  <a:schemeClr val="tx1"/>
                </a:solidFill>
                <a:latin typeface="Arial" charset="0"/>
                <a:ea typeface="Geneva" pitchFamily="-109" charset="-128"/>
                <a:cs typeface="+mn-cs"/>
              </a:defRPr>
            </a:lvl8pPr>
            <a:lvl9pPr marL="3657172" algn="l" defTabSz="914293" rtl="0" eaLnBrk="1" latinLnBrk="0" hangingPunct="1">
              <a:defRPr kern="1200">
                <a:solidFill>
                  <a:schemeClr val="tx1"/>
                </a:solidFill>
                <a:latin typeface="Arial" charset="0"/>
                <a:ea typeface="Geneva" pitchFamily="-109" charset="-128"/>
                <a:cs typeface="+mn-cs"/>
              </a:defRPr>
            </a:lvl9pPr>
          </a:lstStyle>
          <a:p>
            <a:pPr>
              <a:defRPr/>
            </a:pPr>
            <a:fld id="{2EDAC284-59FC-4EEB-A7F8-63017E0BC0CE}" type="slidenum">
              <a:rPr lang="en-US" sz="900" smtClean="0"/>
              <a:pPr>
                <a:defRPr/>
              </a:pPr>
              <a:t>‹#›</a:t>
            </a:fld>
            <a:endParaRPr lang="en-US" sz="900"/>
          </a:p>
        </p:txBody>
      </p:sp>
      <p:sp>
        <p:nvSpPr>
          <p:cNvPr id="13" name="TextBox 12">
            <a:extLst>
              <a:ext uri="{FF2B5EF4-FFF2-40B4-BE49-F238E27FC236}">
                <a16:creationId xmlns:a16="http://schemas.microsoft.com/office/drawing/2014/main" id="{4B6468CF-AFEE-BE66-6F4A-6EA3010A62D1}"/>
              </a:ext>
            </a:extLst>
          </p:cNvPr>
          <p:cNvSpPr txBox="1"/>
          <p:nvPr userDrawn="1"/>
        </p:nvSpPr>
        <p:spPr>
          <a:xfrm>
            <a:off x="6451387" y="6574486"/>
            <a:ext cx="4889500" cy="138500"/>
          </a:xfrm>
          <a:prstGeom prst="rect">
            <a:avLst/>
          </a:prstGeom>
          <a:noFill/>
        </p:spPr>
        <p:txBody>
          <a:bodyPr wrap="square" lIns="0" tIns="0" rIns="0" bIns="0" rtlCol="0">
            <a:spAutoFit/>
          </a:bodyPr>
          <a:lstStyle/>
          <a:p>
            <a:pPr algn="r"/>
            <a:r>
              <a:rPr lang="en-US" sz="900">
                <a:solidFill>
                  <a:srgbClr val="0A3C53"/>
                </a:solidFill>
                <a:latin typeface="Effra Pro" panose="020B0603020203020204" pitchFamily="34" charset="0"/>
              </a:rPr>
              <a:t>For internal use only. Not to be used with the public.</a:t>
            </a:r>
          </a:p>
        </p:txBody>
      </p:sp>
      <p:pic>
        <p:nvPicPr>
          <p:cNvPr id="2" name="Picture 1">
            <a:extLst>
              <a:ext uri="{FF2B5EF4-FFF2-40B4-BE49-F238E27FC236}">
                <a16:creationId xmlns:a16="http://schemas.microsoft.com/office/drawing/2014/main" id="{6F35B463-55D5-C686-40B8-A1B41C679AA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55563" y="6192317"/>
            <a:ext cx="1343087" cy="226211"/>
          </a:xfrm>
          <a:prstGeom prst="rect">
            <a:avLst/>
          </a:prstGeom>
        </p:spPr>
      </p:pic>
    </p:spTree>
    <p:extLst>
      <p:ext uri="{BB962C8B-B14F-4D97-AF65-F5344CB8AC3E}">
        <p14:creationId xmlns:p14="http://schemas.microsoft.com/office/powerpoint/2010/main" val="301094657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4_Title Dark Blue Slide">
    <p:bg>
      <p:bgPr>
        <a:solidFill>
          <a:srgbClr val="0A385E"/>
        </a:solidFill>
        <a:effectLst/>
      </p:bgPr>
    </p:bg>
    <p:spTree>
      <p:nvGrpSpPr>
        <p:cNvPr id="1" name=""/>
        <p:cNvGrpSpPr/>
        <p:nvPr/>
      </p:nvGrpSpPr>
      <p:grpSpPr>
        <a:xfrm>
          <a:off x="0" y="0"/>
          <a:ext cx="0" cy="0"/>
          <a:chOff x="0" y="0"/>
          <a:chExt cx="0" cy="0"/>
        </a:xfrm>
      </p:grpSpPr>
      <p:sp>
        <p:nvSpPr>
          <p:cNvPr id="12" name="Title 1"/>
          <p:cNvSpPr>
            <a:spLocks noGrp="1"/>
          </p:cNvSpPr>
          <p:nvPr>
            <p:ph type="ctrTitle"/>
          </p:nvPr>
        </p:nvSpPr>
        <p:spPr>
          <a:xfrm>
            <a:off x="402175" y="3858619"/>
            <a:ext cx="6326400" cy="1116956"/>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13" name="Subtitle 2"/>
          <p:cNvSpPr>
            <a:spLocks noGrp="1"/>
          </p:cNvSpPr>
          <p:nvPr>
            <p:ph type="subTitle" idx="1"/>
          </p:nvPr>
        </p:nvSpPr>
        <p:spPr>
          <a:xfrm>
            <a:off x="406431" y="5155866"/>
            <a:ext cx="6326400" cy="739663"/>
          </a:xfrm>
          <a:prstGeom prst="rect">
            <a:avLst/>
          </a:prstGeom>
        </p:spPr>
        <p:txBody>
          <a:bodyPr rtlCol="0">
            <a:noAutofit/>
          </a:bodyPr>
          <a:lstStyle>
            <a:lvl1pPr marL="0" indent="0" algn="l" defTabSz="1218996" rtl="0" eaLnBrk="1" latinLnBrk="0" hangingPunct="1">
              <a:lnSpc>
                <a:spcPct val="100000"/>
              </a:lnSpc>
              <a:spcBef>
                <a:spcPts val="0"/>
              </a:spcBef>
              <a:buFont typeface="Arial" pitchFamily="34" charset="0"/>
              <a:buNone/>
              <a:defRPr lang="en-US" sz="2400" b="0" kern="1200" baseline="0" dirty="0">
                <a:solidFill>
                  <a:schemeClr val="tx1"/>
                </a:solidFill>
                <a:latin typeface="Effra Pro" panose="020B0603020203020204" pitchFamily="34" charset="0"/>
                <a:ea typeface="+mn-ea"/>
                <a:cs typeface="+mn-cs"/>
              </a:defRPr>
            </a:lvl1pPr>
            <a:lvl2pPr marL="609498" indent="0" algn="ctr">
              <a:buNone/>
              <a:defRPr>
                <a:solidFill>
                  <a:schemeClr val="tx1">
                    <a:tint val="75000"/>
                  </a:schemeClr>
                </a:solidFill>
              </a:defRPr>
            </a:lvl2pPr>
            <a:lvl3pPr marL="1218996" indent="0" algn="ctr">
              <a:buNone/>
              <a:defRPr>
                <a:solidFill>
                  <a:schemeClr val="tx1">
                    <a:tint val="75000"/>
                  </a:schemeClr>
                </a:solidFill>
              </a:defRPr>
            </a:lvl3pPr>
            <a:lvl4pPr marL="1828496" indent="0" algn="ctr">
              <a:buNone/>
              <a:defRPr>
                <a:solidFill>
                  <a:schemeClr val="tx1">
                    <a:tint val="75000"/>
                  </a:schemeClr>
                </a:solidFill>
              </a:defRPr>
            </a:lvl4pPr>
            <a:lvl5pPr marL="2437994" indent="0" algn="ctr">
              <a:buNone/>
              <a:defRPr>
                <a:solidFill>
                  <a:schemeClr val="tx1">
                    <a:tint val="75000"/>
                  </a:schemeClr>
                </a:solidFill>
              </a:defRPr>
            </a:lvl5pPr>
            <a:lvl6pPr marL="3047492" indent="0" algn="ctr">
              <a:buNone/>
              <a:defRPr>
                <a:solidFill>
                  <a:schemeClr val="tx1">
                    <a:tint val="75000"/>
                  </a:schemeClr>
                </a:solidFill>
              </a:defRPr>
            </a:lvl6pPr>
            <a:lvl7pPr marL="3656990" indent="0" algn="ctr">
              <a:buNone/>
              <a:defRPr>
                <a:solidFill>
                  <a:schemeClr val="tx1">
                    <a:tint val="75000"/>
                  </a:schemeClr>
                </a:solidFill>
              </a:defRPr>
            </a:lvl7pPr>
            <a:lvl8pPr marL="4266488" indent="0" algn="ctr">
              <a:buNone/>
              <a:defRPr>
                <a:solidFill>
                  <a:schemeClr val="tx1">
                    <a:tint val="75000"/>
                  </a:schemeClr>
                </a:solidFill>
              </a:defRPr>
            </a:lvl8pPr>
            <a:lvl9pPr marL="4875985" indent="0" algn="ctr">
              <a:buNone/>
              <a:defRPr>
                <a:solidFill>
                  <a:schemeClr val="tx1">
                    <a:tint val="75000"/>
                  </a:schemeClr>
                </a:solidFill>
              </a:defRPr>
            </a:lvl9pPr>
          </a:lstStyle>
          <a:p>
            <a:pPr>
              <a:spcBef>
                <a:spcPct val="0"/>
              </a:spcBef>
            </a:pPr>
            <a:r>
              <a:rPr lang="en-US"/>
              <a:t>Click to edit Master subtitle style</a:t>
            </a:r>
          </a:p>
        </p:txBody>
      </p:sp>
    </p:spTree>
    <p:extLst>
      <p:ext uri="{BB962C8B-B14F-4D97-AF65-F5344CB8AC3E}">
        <p14:creationId xmlns:p14="http://schemas.microsoft.com/office/powerpoint/2010/main" val="164988960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B2D4E4">
            <a:alpha val="60000"/>
          </a:srgbClr>
        </a:solidFill>
        <a:effectLst/>
      </p:bgPr>
    </p:bg>
    <p:spTree>
      <p:nvGrpSpPr>
        <p:cNvPr id="1" name=""/>
        <p:cNvGrpSpPr/>
        <p:nvPr/>
      </p:nvGrpSpPr>
      <p:grpSpPr>
        <a:xfrm>
          <a:off x="0" y="0"/>
          <a:ext cx="0" cy="0"/>
          <a:chOff x="0" y="0"/>
          <a:chExt cx="0" cy="0"/>
        </a:xfrm>
      </p:grpSpPr>
      <p:sp>
        <p:nvSpPr>
          <p:cNvPr id="14" name="Rectangle 13"/>
          <p:cNvSpPr/>
          <p:nvPr userDrawn="1"/>
        </p:nvSpPr>
        <p:spPr>
          <a:xfrm>
            <a:off x="3053699" y="-4641"/>
            <a:ext cx="9138303" cy="5947873"/>
          </a:xfrm>
          <a:prstGeom prst="rect">
            <a:avLst/>
          </a:prstGeom>
          <a:solidFill>
            <a:srgbClr val="0A38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lvl="0" algn="ctr"/>
            <a:endParaRPr lang="en-US"/>
          </a:p>
        </p:txBody>
      </p:sp>
      <p:sp>
        <p:nvSpPr>
          <p:cNvPr id="12" name="Title 1"/>
          <p:cNvSpPr>
            <a:spLocks noGrp="1"/>
          </p:cNvSpPr>
          <p:nvPr>
            <p:ph type="ctrTitle"/>
          </p:nvPr>
        </p:nvSpPr>
        <p:spPr>
          <a:xfrm>
            <a:off x="3434215" y="2797491"/>
            <a:ext cx="8347588" cy="1513487"/>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13" name="Subtitle 2"/>
          <p:cNvSpPr>
            <a:spLocks noGrp="1"/>
          </p:cNvSpPr>
          <p:nvPr>
            <p:ph type="subTitle" idx="1"/>
          </p:nvPr>
        </p:nvSpPr>
        <p:spPr>
          <a:xfrm>
            <a:off x="3434217" y="4969617"/>
            <a:ext cx="8364431" cy="978256"/>
          </a:xfrm>
          <a:prstGeom prst="rect">
            <a:avLst/>
          </a:prstGeom>
        </p:spPr>
        <p:txBody>
          <a:bodyPr rtlCol="0">
            <a:noAutofit/>
          </a:bodyPr>
          <a:lstStyle>
            <a:lvl1pPr marL="0" indent="0" algn="l" defTabSz="1218996" rtl="0" eaLnBrk="1" latinLnBrk="0" hangingPunct="1">
              <a:lnSpc>
                <a:spcPct val="100000"/>
              </a:lnSpc>
              <a:spcBef>
                <a:spcPts val="0"/>
              </a:spcBef>
              <a:buFont typeface="Arial" pitchFamily="34" charset="0"/>
              <a:buNone/>
              <a:defRPr lang="en-US" sz="2400" b="0" kern="1200" baseline="0" dirty="0">
                <a:solidFill>
                  <a:schemeClr val="tx1"/>
                </a:solidFill>
                <a:latin typeface="Effra Pro" panose="020B0603020203020204" pitchFamily="34" charset="0"/>
                <a:ea typeface="+mn-ea"/>
                <a:cs typeface="+mn-cs"/>
              </a:defRPr>
            </a:lvl1pPr>
            <a:lvl2pPr marL="609498" indent="0" algn="ctr">
              <a:buNone/>
              <a:defRPr>
                <a:solidFill>
                  <a:schemeClr val="tx1">
                    <a:tint val="75000"/>
                  </a:schemeClr>
                </a:solidFill>
              </a:defRPr>
            </a:lvl2pPr>
            <a:lvl3pPr marL="1218996" indent="0" algn="ctr">
              <a:buNone/>
              <a:defRPr>
                <a:solidFill>
                  <a:schemeClr val="tx1">
                    <a:tint val="75000"/>
                  </a:schemeClr>
                </a:solidFill>
              </a:defRPr>
            </a:lvl3pPr>
            <a:lvl4pPr marL="1828496" indent="0" algn="ctr">
              <a:buNone/>
              <a:defRPr>
                <a:solidFill>
                  <a:schemeClr val="tx1">
                    <a:tint val="75000"/>
                  </a:schemeClr>
                </a:solidFill>
              </a:defRPr>
            </a:lvl4pPr>
            <a:lvl5pPr marL="2437994" indent="0" algn="ctr">
              <a:buNone/>
              <a:defRPr>
                <a:solidFill>
                  <a:schemeClr val="tx1">
                    <a:tint val="75000"/>
                  </a:schemeClr>
                </a:solidFill>
              </a:defRPr>
            </a:lvl5pPr>
            <a:lvl6pPr marL="3047492" indent="0" algn="ctr">
              <a:buNone/>
              <a:defRPr>
                <a:solidFill>
                  <a:schemeClr val="tx1">
                    <a:tint val="75000"/>
                  </a:schemeClr>
                </a:solidFill>
              </a:defRPr>
            </a:lvl6pPr>
            <a:lvl7pPr marL="3656990" indent="0" algn="ctr">
              <a:buNone/>
              <a:defRPr>
                <a:solidFill>
                  <a:schemeClr val="tx1">
                    <a:tint val="75000"/>
                  </a:schemeClr>
                </a:solidFill>
              </a:defRPr>
            </a:lvl7pPr>
            <a:lvl8pPr marL="4266488" indent="0" algn="ctr">
              <a:buNone/>
              <a:defRPr>
                <a:solidFill>
                  <a:schemeClr val="tx1">
                    <a:tint val="75000"/>
                  </a:schemeClr>
                </a:solidFill>
              </a:defRPr>
            </a:lvl8pPr>
            <a:lvl9pPr marL="4875985" indent="0" algn="ctr">
              <a:buNone/>
              <a:defRPr>
                <a:solidFill>
                  <a:schemeClr val="tx1">
                    <a:tint val="75000"/>
                  </a:schemeClr>
                </a:solidFill>
              </a:defRPr>
            </a:lvl9pPr>
          </a:lstStyle>
          <a:p>
            <a:pPr>
              <a:spcBef>
                <a:spcPct val="0"/>
              </a:spcBef>
            </a:pPr>
            <a:r>
              <a:rPr lang="en-US"/>
              <a:t>Click to edit Master subtitle style</a:t>
            </a:r>
          </a:p>
        </p:txBody>
      </p:sp>
      <p:pic>
        <p:nvPicPr>
          <p:cNvPr id="11" name="Picture 10">
            <a:extLst>
              <a:ext uri="{FF2B5EF4-FFF2-40B4-BE49-F238E27FC236}">
                <a16:creationId xmlns:a16="http://schemas.microsoft.com/office/drawing/2014/main" id="{560BF22C-E590-CD41-770E-F562BAFB896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10197" y="2815964"/>
            <a:ext cx="2244696" cy="378065"/>
          </a:xfrm>
          <a:prstGeom prst="rect">
            <a:avLst/>
          </a:prstGeom>
        </p:spPr>
      </p:pic>
      <p:sp>
        <p:nvSpPr>
          <p:cNvPr id="16" name="Slide Number Placeholder 9">
            <a:extLst>
              <a:ext uri="{FF2B5EF4-FFF2-40B4-BE49-F238E27FC236}">
                <a16:creationId xmlns:a16="http://schemas.microsoft.com/office/drawing/2014/main" id="{491AE6F0-1557-928A-B369-1FFFC0D39761}"/>
              </a:ext>
            </a:extLst>
          </p:cNvPr>
          <p:cNvSpPr>
            <a:spLocks noGrp="1"/>
          </p:cNvSpPr>
          <p:nvPr>
            <p:ph type="sldNum" sz="quarter" idx="4294967295"/>
          </p:nvPr>
        </p:nvSpPr>
        <p:spPr>
          <a:xfrm>
            <a:off x="11493849" y="6583400"/>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7" name="TextBox 16">
            <a:extLst>
              <a:ext uri="{FF2B5EF4-FFF2-40B4-BE49-F238E27FC236}">
                <a16:creationId xmlns:a16="http://schemas.microsoft.com/office/drawing/2014/main" id="{6D9D738B-1DAE-15AF-E31D-BA63F5272083}"/>
              </a:ext>
            </a:extLst>
          </p:cNvPr>
          <p:cNvSpPr txBox="1"/>
          <p:nvPr userDrawn="1"/>
        </p:nvSpPr>
        <p:spPr>
          <a:xfrm>
            <a:off x="6451387" y="6574486"/>
            <a:ext cx="4889500" cy="138500"/>
          </a:xfrm>
          <a:prstGeom prst="rect">
            <a:avLst/>
          </a:prstGeom>
          <a:noFill/>
        </p:spPr>
        <p:txBody>
          <a:bodyPr wrap="square" lIns="0" tIns="0" rIns="0" bIns="0" rtlCol="0">
            <a:spAutoFit/>
          </a:bodyPr>
          <a:lstStyle/>
          <a:p>
            <a:pPr algn="r"/>
            <a:r>
              <a:rPr lang="en-US" sz="900">
                <a:solidFill>
                  <a:srgbClr val="0A3C53"/>
                </a:solidFill>
                <a:latin typeface="Effra Pro" panose="020B0603020203020204" pitchFamily="34" charset="0"/>
              </a:rPr>
              <a:t>For internal use only. Not to be used with the public.</a:t>
            </a:r>
          </a:p>
        </p:txBody>
      </p:sp>
    </p:spTree>
    <p:extLst>
      <p:ext uri="{BB962C8B-B14F-4D97-AF65-F5344CB8AC3E}">
        <p14:creationId xmlns:p14="http://schemas.microsoft.com/office/powerpoint/2010/main" val="92305181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lide Wide">
    <p:bg>
      <p:bgPr>
        <a:solidFill>
          <a:schemeClr val="tx1"/>
        </a:solidFill>
        <a:effectLst/>
      </p:bgPr>
    </p:bg>
    <p:spTree>
      <p:nvGrpSpPr>
        <p:cNvPr id="1" name=""/>
        <p:cNvGrpSpPr/>
        <p:nvPr/>
      </p:nvGrpSpPr>
      <p:grpSpPr>
        <a:xfrm>
          <a:off x="0" y="0"/>
          <a:ext cx="0" cy="0"/>
          <a:chOff x="0" y="0"/>
          <a:chExt cx="0" cy="0"/>
        </a:xfrm>
      </p:grpSpPr>
      <p:sp>
        <p:nvSpPr>
          <p:cNvPr id="14" name="Rectangle 13"/>
          <p:cNvSpPr/>
          <p:nvPr userDrawn="1"/>
        </p:nvSpPr>
        <p:spPr>
          <a:xfrm>
            <a:off x="0" y="2"/>
            <a:ext cx="12192000" cy="5943599"/>
          </a:xfrm>
          <a:prstGeom prst="rect">
            <a:avLst/>
          </a:prstGeom>
          <a:solidFill>
            <a:srgbClr val="0A38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lvl="0" algn="ctr"/>
            <a:endParaRPr lang="en-US"/>
          </a:p>
        </p:txBody>
      </p:sp>
      <p:sp>
        <p:nvSpPr>
          <p:cNvPr id="12" name="Title 1"/>
          <p:cNvSpPr>
            <a:spLocks noGrp="1"/>
          </p:cNvSpPr>
          <p:nvPr>
            <p:ph type="ctrTitle"/>
          </p:nvPr>
        </p:nvSpPr>
        <p:spPr>
          <a:xfrm>
            <a:off x="406400" y="2961805"/>
            <a:ext cx="5689600" cy="1731575"/>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9" name="Rectangle 8">
            <a:extLst>
              <a:ext uri="{FF2B5EF4-FFF2-40B4-BE49-F238E27FC236}">
                <a16:creationId xmlns:a16="http://schemas.microsoft.com/office/drawing/2014/main" id="{9AD69C26-6051-E69B-97F3-5D15868C56E3}"/>
              </a:ext>
            </a:extLst>
          </p:cNvPr>
          <p:cNvSpPr/>
          <p:nvPr userDrawn="1"/>
        </p:nvSpPr>
        <p:spPr bwMode="ltGray">
          <a:xfrm>
            <a:off x="0" y="-4791"/>
            <a:ext cx="12192000" cy="1402080"/>
          </a:xfrm>
          <a:prstGeom prst="rect">
            <a:avLst/>
          </a:prstGeom>
          <a:solidFill>
            <a:srgbClr val="B2D4E4"/>
          </a:solidFill>
          <a:ln w="12700" cap="flat" cmpd="sng" algn="ctr">
            <a:noFill/>
            <a:prstDash val="solid"/>
            <a:round/>
            <a:headEnd type="none" w="sm" len="sm"/>
            <a:tailEnd type="none" w="sm" len="sm"/>
          </a:ln>
        </p:spPr>
        <p:txBody>
          <a:bodyPr rtlCol="0" anchor="ctr"/>
          <a:lstStyle/>
          <a:p>
            <a:pPr algn="ctr"/>
            <a:endParaRPr lang="en-US">
              <a:latin typeface="+mj-lt"/>
            </a:endParaRPr>
          </a:p>
        </p:txBody>
      </p:sp>
      <p:sp>
        <p:nvSpPr>
          <p:cNvPr id="13" name="Subtitle 2"/>
          <p:cNvSpPr>
            <a:spLocks noGrp="1"/>
          </p:cNvSpPr>
          <p:nvPr>
            <p:ph type="subTitle" idx="1"/>
          </p:nvPr>
        </p:nvSpPr>
        <p:spPr>
          <a:xfrm>
            <a:off x="406401" y="5333181"/>
            <a:ext cx="5689601" cy="638863"/>
          </a:xfrm>
          <a:prstGeom prst="rect">
            <a:avLst/>
          </a:prstGeom>
        </p:spPr>
        <p:txBody>
          <a:bodyPr rtlCol="0">
            <a:noAutofit/>
          </a:bodyPr>
          <a:lstStyle>
            <a:lvl1pPr marL="0" indent="0" algn="l" defTabSz="1218996" rtl="0" eaLnBrk="1" latinLnBrk="0" hangingPunct="1">
              <a:lnSpc>
                <a:spcPct val="100000"/>
              </a:lnSpc>
              <a:spcBef>
                <a:spcPts val="0"/>
              </a:spcBef>
              <a:buFont typeface="Arial" pitchFamily="34" charset="0"/>
              <a:buNone/>
              <a:defRPr lang="en-US" sz="2400" b="0" kern="1200" baseline="0" dirty="0">
                <a:solidFill>
                  <a:schemeClr val="tx1"/>
                </a:solidFill>
                <a:latin typeface="Effra Pro" panose="020B0603020203020204" pitchFamily="34" charset="0"/>
                <a:ea typeface="+mn-ea"/>
                <a:cs typeface="+mn-cs"/>
              </a:defRPr>
            </a:lvl1pPr>
            <a:lvl2pPr marL="609498" indent="0" algn="ctr">
              <a:buNone/>
              <a:defRPr>
                <a:solidFill>
                  <a:schemeClr val="tx1">
                    <a:tint val="75000"/>
                  </a:schemeClr>
                </a:solidFill>
              </a:defRPr>
            </a:lvl2pPr>
            <a:lvl3pPr marL="1218996" indent="0" algn="ctr">
              <a:buNone/>
              <a:defRPr>
                <a:solidFill>
                  <a:schemeClr val="tx1">
                    <a:tint val="75000"/>
                  </a:schemeClr>
                </a:solidFill>
              </a:defRPr>
            </a:lvl3pPr>
            <a:lvl4pPr marL="1828496" indent="0" algn="ctr">
              <a:buNone/>
              <a:defRPr>
                <a:solidFill>
                  <a:schemeClr val="tx1">
                    <a:tint val="75000"/>
                  </a:schemeClr>
                </a:solidFill>
              </a:defRPr>
            </a:lvl4pPr>
            <a:lvl5pPr marL="2437994" indent="0" algn="ctr">
              <a:buNone/>
              <a:defRPr>
                <a:solidFill>
                  <a:schemeClr val="tx1">
                    <a:tint val="75000"/>
                  </a:schemeClr>
                </a:solidFill>
              </a:defRPr>
            </a:lvl5pPr>
            <a:lvl6pPr marL="3047492" indent="0" algn="ctr">
              <a:buNone/>
              <a:defRPr>
                <a:solidFill>
                  <a:schemeClr val="tx1">
                    <a:tint val="75000"/>
                  </a:schemeClr>
                </a:solidFill>
              </a:defRPr>
            </a:lvl6pPr>
            <a:lvl7pPr marL="3656990" indent="0" algn="ctr">
              <a:buNone/>
              <a:defRPr>
                <a:solidFill>
                  <a:schemeClr val="tx1">
                    <a:tint val="75000"/>
                  </a:schemeClr>
                </a:solidFill>
              </a:defRPr>
            </a:lvl7pPr>
            <a:lvl8pPr marL="4266488" indent="0" algn="ctr">
              <a:buNone/>
              <a:defRPr>
                <a:solidFill>
                  <a:schemeClr val="tx1">
                    <a:tint val="75000"/>
                  </a:schemeClr>
                </a:solidFill>
              </a:defRPr>
            </a:lvl8pPr>
            <a:lvl9pPr marL="4875985" indent="0" algn="ctr">
              <a:buNone/>
              <a:defRPr>
                <a:solidFill>
                  <a:schemeClr val="tx1">
                    <a:tint val="75000"/>
                  </a:schemeClr>
                </a:solidFill>
              </a:defRPr>
            </a:lvl9pPr>
          </a:lstStyle>
          <a:p>
            <a:pPr>
              <a:spcBef>
                <a:spcPct val="0"/>
              </a:spcBef>
            </a:pPr>
            <a:r>
              <a:rPr lang="en-US"/>
              <a:t>Click to edit Master subtitle style</a:t>
            </a:r>
          </a:p>
        </p:txBody>
      </p:sp>
      <p:pic>
        <p:nvPicPr>
          <p:cNvPr id="3" name="Picture 2">
            <a:extLst>
              <a:ext uri="{FF2B5EF4-FFF2-40B4-BE49-F238E27FC236}">
                <a16:creationId xmlns:a16="http://schemas.microsoft.com/office/drawing/2014/main" id="{0BD23008-9FB7-4B48-7405-3B28D52F4DE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06399" y="481934"/>
            <a:ext cx="2567711" cy="432468"/>
          </a:xfrm>
          <a:prstGeom prst="rect">
            <a:avLst/>
          </a:prstGeom>
        </p:spPr>
      </p:pic>
    </p:spTree>
    <p:extLst>
      <p:ext uri="{BB962C8B-B14F-4D97-AF65-F5344CB8AC3E}">
        <p14:creationId xmlns:p14="http://schemas.microsoft.com/office/powerpoint/2010/main" val="75180421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amp; Content Light Blue">
    <p:bg>
      <p:bgPr>
        <a:solidFill>
          <a:srgbClr val="B2D4E4">
            <a:alpha val="6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5" y="182880"/>
            <a:ext cx="10711748" cy="682752"/>
          </a:xfrm>
        </p:spPr>
        <p:txBody>
          <a:bodyPr/>
          <a:lstStyle>
            <a:lvl1pPr>
              <a:defRPr>
                <a:solidFill>
                  <a:srgbClr val="0A3C53"/>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bg1"/>
                </a:solidFill>
                <a:latin typeface="Effra Pro" panose="020B0603020203020204" pitchFamily="34" charset="0"/>
              </a:defRPr>
            </a:lvl1pPr>
            <a:lvl2pPr>
              <a:defRPr sz="2400">
                <a:solidFill>
                  <a:schemeClr val="bg1"/>
                </a:solidFill>
                <a:latin typeface="Effra Pro" panose="020B0603020203020204" pitchFamily="34" charset="0"/>
              </a:defRPr>
            </a:lvl2pPr>
            <a:lvl3pPr>
              <a:defRPr sz="2133">
                <a:solidFill>
                  <a:schemeClr val="bg1"/>
                </a:solidFill>
                <a:latin typeface="Effra Pro" panose="020B0603020203020204" pitchFamily="34" charset="0"/>
              </a:defRPr>
            </a:lvl3pPr>
            <a:lvl4pPr>
              <a:defRPr sz="2133">
                <a:solidFill>
                  <a:schemeClr val="bg1"/>
                </a:solidFill>
                <a:latin typeface="Effra Pro" panose="020B0603020203020204" pitchFamily="34" charset="0"/>
              </a:defRPr>
            </a:lvl4pPr>
            <a:lvl5pPr>
              <a:defRPr sz="2133">
                <a:solidFill>
                  <a:schemeClr val="bg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4" y="931978"/>
            <a:ext cx="11408507" cy="651540"/>
          </a:xfrm>
        </p:spPr>
        <p:txBody>
          <a:bodyPr/>
          <a:lstStyle>
            <a:lvl1pPr marL="0" indent="0">
              <a:buNone/>
              <a:defRPr sz="2400" b="0">
                <a:solidFill>
                  <a:srgbClr val="0A3C53"/>
                </a:solidFill>
                <a:latin typeface="Effra Pro" panose="020B0603020203020204" pitchFamily="34" charset="0"/>
              </a:defRPr>
            </a:lvl1pPr>
            <a:lvl2pPr marL="609570" indent="0">
              <a:buNone/>
              <a:defRPr/>
            </a:lvl2pPr>
          </a:lstStyle>
          <a:p>
            <a:pPr lvl="0"/>
            <a:r>
              <a:rPr lang="en-US"/>
              <a:t>Click to edit Master text styles</a:t>
            </a:r>
          </a:p>
        </p:txBody>
      </p:sp>
      <p:pic>
        <p:nvPicPr>
          <p:cNvPr id="7" name="Picture 6">
            <a:extLst>
              <a:ext uri="{FF2B5EF4-FFF2-40B4-BE49-F238E27FC236}">
                <a16:creationId xmlns:a16="http://schemas.microsoft.com/office/drawing/2014/main" id="{E67FCA87-8478-5E28-4661-20EA3D9955E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55563" y="6293917"/>
            <a:ext cx="1343087" cy="226211"/>
          </a:xfrm>
          <a:prstGeom prst="rect">
            <a:avLst/>
          </a:prstGeom>
        </p:spPr>
      </p:pic>
    </p:spTree>
    <p:extLst>
      <p:ext uri="{BB962C8B-B14F-4D97-AF65-F5344CB8AC3E}">
        <p14:creationId xmlns:p14="http://schemas.microsoft.com/office/powerpoint/2010/main" val="418610713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amp; Content Dark Blue">
    <p:bg>
      <p:bgPr>
        <a:solidFill>
          <a:srgbClr val="0A385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5" y="182880"/>
            <a:ext cx="10700991" cy="682752"/>
          </a:xfrm>
        </p:spPr>
        <p:txBody>
          <a:bodyPr/>
          <a:lstStyle>
            <a:lvl1pPr>
              <a:defRPr>
                <a:solidFill>
                  <a:schemeClr val="tx1"/>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tx1"/>
                </a:solidFill>
                <a:latin typeface="Effra Pro" panose="020B0603020203020204" pitchFamily="34" charset="0"/>
              </a:defRPr>
            </a:lvl1pPr>
            <a:lvl2pPr>
              <a:defRPr sz="2400">
                <a:solidFill>
                  <a:schemeClr val="tx1"/>
                </a:solidFill>
                <a:latin typeface="Effra Pro" panose="020B0603020203020204" pitchFamily="34" charset="0"/>
              </a:defRPr>
            </a:lvl2pPr>
            <a:lvl3pPr>
              <a:defRPr sz="2133">
                <a:solidFill>
                  <a:schemeClr val="tx1"/>
                </a:solidFill>
                <a:latin typeface="Effra Pro" panose="020B0603020203020204" pitchFamily="34" charset="0"/>
              </a:defRPr>
            </a:lvl3pPr>
            <a:lvl4pPr>
              <a:defRPr sz="2133">
                <a:solidFill>
                  <a:schemeClr val="tx1"/>
                </a:solidFill>
                <a:latin typeface="Effra Pro" panose="020B0603020203020204" pitchFamily="34" charset="0"/>
              </a:defRPr>
            </a:lvl4pPr>
            <a:lvl5pPr>
              <a:defRPr sz="2133">
                <a:solidFill>
                  <a:schemeClr val="tx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4" y="931978"/>
            <a:ext cx="11408507" cy="651540"/>
          </a:xfrm>
        </p:spPr>
        <p:txBody>
          <a:bodyPr/>
          <a:lstStyle>
            <a:lvl1pPr marL="0" indent="0">
              <a:buNone/>
              <a:defRPr sz="2400" b="0">
                <a:solidFill>
                  <a:schemeClr val="tx1"/>
                </a:solidFill>
                <a:latin typeface="Effra Pro" panose="020B0603020203020204" pitchFamily="34" charset="0"/>
              </a:defRPr>
            </a:lvl1pPr>
            <a:lvl2pPr marL="609570" indent="0">
              <a:buNone/>
              <a:defRPr/>
            </a:lvl2pPr>
          </a:lstStyle>
          <a:p>
            <a:pPr lvl="0"/>
            <a:r>
              <a:rPr lang="en-US"/>
              <a:t>Click to edit Master text styles</a:t>
            </a:r>
          </a:p>
        </p:txBody>
      </p:sp>
      <p:pic>
        <p:nvPicPr>
          <p:cNvPr id="8" name="Picture 7">
            <a:extLst>
              <a:ext uri="{FF2B5EF4-FFF2-40B4-BE49-F238E27FC236}">
                <a16:creationId xmlns:a16="http://schemas.microsoft.com/office/drawing/2014/main" id="{76BB4121-411C-E959-BFE2-82AA4671FC6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55563" y="6289499"/>
            <a:ext cx="1343087" cy="226211"/>
          </a:xfrm>
          <a:prstGeom prst="rect">
            <a:avLst/>
          </a:prstGeom>
        </p:spPr>
      </p:pic>
    </p:spTree>
    <p:extLst>
      <p:ext uri="{BB962C8B-B14F-4D97-AF65-F5344CB8AC3E}">
        <p14:creationId xmlns:p14="http://schemas.microsoft.com/office/powerpoint/2010/main" val="387863637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mp; Content Whit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5" y="182880"/>
            <a:ext cx="10776295" cy="682752"/>
          </a:xfrm>
        </p:spPr>
        <p:txBody>
          <a:bodyPr/>
          <a:lstStyle>
            <a:lvl1pPr>
              <a:defRPr>
                <a:solidFill>
                  <a:srgbClr val="0A3C53"/>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bg1"/>
                </a:solidFill>
                <a:latin typeface="Effra Pro" panose="020B0603020203020204" pitchFamily="34" charset="0"/>
              </a:defRPr>
            </a:lvl1pPr>
            <a:lvl2pPr>
              <a:defRPr sz="2400">
                <a:solidFill>
                  <a:schemeClr val="bg1"/>
                </a:solidFill>
                <a:latin typeface="Effra Pro" panose="020B0603020203020204" pitchFamily="34" charset="0"/>
              </a:defRPr>
            </a:lvl2pPr>
            <a:lvl3pPr>
              <a:defRPr sz="2133">
                <a:solidFill>
                  <a:schemeClr val="bg1"/>
                </a:solidFill>
                <a:latin typeface="Effra Pro" panose="020B0603020203020204" pitchFamily="34" charset="0"/>
              </a:defRPr>
            </a:lvl3pPr>
            <a:lvl4pPr>
              <a:defRPr sz="2133">
                <a:solidFill>
                  <a:schemeClr val="bg1"/>
                </a:solidFill>
                <a:latin typeface="Effra Pro" panose="020B0603020203020204" pitchFamily="34" charset="0"/>
              </a:defRPr>
            </a:lvl4pPr>
            <a:lvl5pPr>
              <a:defRPr sz="2133">
                <a:solidFill>
                  <a:schemeClr val="bg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4" y="931978"/>
            <a:ext cx="11408507" cy="651540"/>
          </a:xfrm>
        </p:spPr>
        <p:txBody>
          <a:bodyPr/>
          <a:lstStyle>
            <a:lvl1pPr marL="0" indent="0">
              <a:buNone/>
              <a:defRPr sz="2400" b="0">
                <a:solidFill>
                  <a:srgbClr val="0A3C53"/>
                </a:solidFill>
                <a:latin typeface="Effra Pro" panose="020B0603020203020204" pitchFamily="34" charset="0"/>
              </a:defRPr>
            </a:lvl1pPr>
            <a:lvl2pPr marL="609570" indent="0">
              <a:buNone/>
              <a:defRPr/>
            </a:lvl2pPr>
          </a:lstStyle>
          <a:p>
            <a:pPr lvl="0"/>
            <a:r>
              <a:rPr lang="en-US"/>
              <a:t>Click to edit Master text styles</a:t>
            </a:r>
          </a:p>
        </p:txBody>
      </p:sp>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83400"/>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7" y="6574486"/>
            <a:ext cx="4889500" cy="138500"/>
          </a:xfrm>
          <a:prstGeom prst="rect">
            <a:avLst/>
          </a:prstGeom>
          <a:noFill/>
        </p:spPr>
        <p:txBody>
          <a:bodyPr wrap="square" lIns="0" tIns="0" rIns="0" bIns="0" rtlCol="0">
            <a:spAutoFit/>
          </a:bodyPr>
          <a:lstStyle/>
          <a:p>
            <a:pPr algn="r"/>
            <a:r>
              <a:rPr lang="en-US" sz="900">
                <a:solidFill>
                  <a:srgbClr val="0A3C53"/>
                </a:solidFill>
                <a:latin typeface="Effra Pro" panose="020B0603020203020204" pitchFamily="34" charset="0"/>
              </a:rPr>
              <a:t>For internal use only. Not to be used with the public.</a:t>
            </a:r>
          </a:p>
        </p:txBody>
      </p:sp>
      <p:pic>
        <p:nvPicPr>
          <p:cNvPr id="7" name="Picture 6">
            <a:extLst>
              <a:ext uri="{FF2B5EF4-FFF2-40B4-BE49-F238E27FC236}">
                <a16:creationId xmlns:a16="http://schemas.microsoft.com/office/drawing/2014/main" id="{16502069-9F9E-3DE8-FE38-93507AD5B71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55563" y="6192317"/>
            <a:ext cx="1343087" cy="226211"/>
          </a:xfrm>
          <a:prstGeom prst="rect">
            <a:avLst/>
          </a:prstGeom>
        </p:spPr>
      </p:pic>
    </p:spTree>
    <p:extLst>
      <p:ext uri="{BB962C8B-B14F-4D97-AF65-F5344CB8AC3E}">
        <p14:creationId xmlns:p14="http://schemas.microsoft.com/office/powerpoint/2010/main" val="122620916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0A385E"/>
        </a:solidFill>
        <a:effectLst/>
      </p:bgPr>
    </p:bg>
    <p:spTree>
      <p:nvGrpSpPr>
        <p:cNvPr id="1" name=""/>
        <p:cNvGrpSpPr/>
        <p:nvPr/>
      </p:nvGrpSpPr>
      <p:grpSpPr>
        <a:xfrm>
          <a:off x="0" y="0"/>
          <a:ext cx="0" cy="0"/>
          <a:chOff x="0" y="0"/>
          <a:chExt cx="0" cy="0"/>
        </a:xfrm>
      </p:grpSpPr>
      <p:sp>
        <p:nvSpPr>
          <p:cNvPr id="5" name="Title 1"/>
          <p:cNvSpPr>
            <a:spLocks noGrp="1"/>
          </p:cNvSpPr>
          <p:nvPr>
            <p:ph type="title"/>
          </p:nvPr>
        </p:nvSpPr>
        <p:spPr>
          <a:xfrm>
            <a:off x="406402" y="3145418"/>
            <a:ext cx="4310879" cy="1252820"/>
          </a:xfrm>
        </p:spPr>
        <p:txBody>
          <a:bodyPr anchor="t" anchorCtr="0">
            <a:noAutofit/>
          </a:bodyPr>
          <a:lstStyle>
            <a:lvl1pPr algn="l">
              <a:lnSpc>
                <a:spcPct val="100000"/>
              </a:lnSpc>
              <a:defRPr sz="3200" b="0" cap="none">
                <a:solidFill>
                  <a:schemeClr val="tx1"/>
                </a:solidFill>
                <a:latin typeface="Alda Pro" pitchFamily="50" charset="0"/>
              </a:defRPr>
            </a:lvl1pPr>
          </a:lstStyle>
          <a:p>
            <a:r>
              <a:rPr lang="en-US"/>
              <a:t>Click to edit Master title style</a:t>
            </a:r>
          </a:p>
        </p:txBody>
      </p:sp>
      <p:sp>
        <p:nvSpPr>
          <p:cNvPr id="4" name="Slide Number Placeholder 9">
            <a:extLst>
              <a:ext uri="{FF2B5EF4-FFF2-40B4-BE49-F238E27FC236}">
                <a16:creationId xmlns:a16="http://schemas.microsoft.com/office/drawing/2014/main" id="{A751E4CE-FA75-6B82-38DF-65371AF4DBF6}"/>
              </a:ext>
            </a:extLst>
          </p:cNvPr>
          <p:cNvSpPr txBox="1">
            <a:spLocks/>
          </p:cNvSpPr>
          <p:nvPr userDrawn="1"/>
        </p:nvSpPr>
        <p:spPr>
          <a:xfrm>
            <a:off x="11493849" y="6583401"/>
            <a:ext cx="304800" cy="138500"/>
          </a:xfrm>
          <a:prstGeom prst="rect">
            <a:avLst/>
          </a:prstGeom>
        </p:spPr>
        <p:txBody>
          <a:bodyPr vert="horz" wrap="square" lIns="0" tIns="0" rIns="0" bIns="0" rtlCol="0" anchor="ctr">
            <a:spAutoFit/>
          </a:bodyPr>
          <a:lstStyle>
            <a:defPPr>
              <a:defRPr lang="en-US"/>
            </a:defPPr>
            <a:lvl1pPr algn="r" rtl="0" fontAlgn="auto">
              <a:spcBef>
                <a:spcPts val="0"/>
              </a:spcBef>
              <a:spcAft>
                <a:spcPts val="0"/>
              </a:spcAft>
              <a:defRPr sz="750" kern="1200" smtClean="0">
                <a:solidFill>
                  <a:srgbClr val="0A3C53"/>
                </a:solidFill>
                <a:latin typeface="Effra Pro" panose="020B0603020203020204" pitchFamily="34" charset="0"/>
                <a:ea typeface="Geneva" pitchFamily="-109" charset="-128"/>
                <a:cs typeface="+mn-cs"/>
              </a:defRPr>
            </a:lvl1pPr>
            <a:lvl2pPr marL="457146" algn="l" rtl="0" fontAlgn="base">
              <a:spcBef>
                <a:spcPct val="0"/>
              </a:spcBef>
              <a:spcAft>
                <a:spcPct val="0"/>
              </a:spcAft>
              <a:defRPr kern="1200">
                <a:solidFill>
                  <a:schemeClr val="tx1"/>
                </a:solidFill>
                <a:latin typeface="Arial" charset="0"/>
                <a:ea typeface="Geneva" pitchFamily="-109" charset="-128"/>
                <a:cs typeface="+mn-cs"/>
              </a:defRPr>
            </a:lvl2pPr>
            <a:lvl3pPr marL="914293" algn="l" rtl="0" fontAlgn="base">
              <a:spcBef>
                <a:spcPct val="0"/>
              </a:spcBef>
              <a:spcAft>
                <a:spcPct val="0"/>
              </a:spcAft>
              <a:defRPr kern="1200">
                <a:solidFill>
                  <a:schemeClr val="tx1"/>
                </a:solidFill>
                <a:latin typeface="Arial" charset="0"/>
                <a:ea typeface="Geneva" pitchFamily="-109" charset="-128"/>
                <a:cs typeface="+mn-cs"/>
              </a:defRPr>
            </a:lvl3pPr>
            <a:lvl4pPr marL="1371440" algn="l" rtl="0" fontAlgn="base">
              <a:spcBef>
                <a:spcPct val="0"/>
              </a:spcBef>
              <a:spcAft>
                <a:spcPct val="0"/>
              </a:spcAft>
              <a:defRPr kern="1200">
                <a:solidFill>
                  <a:schemeClr val="tx1"/>
                </a:solidFill>
                <a:latin typeface="Arial" charset="0"/>
                <a:ea typeface="Geneva" pitchFamily="-109" charset="-128"/>
                <a:cs typeface="+mn-cs"/>
              </a:defRPr>
            </a:lvl4pPr>
            <a:lvl5pPr marL="1828586" algn="l" rtl="0" fontAlgn="base">
              <a:spcBef>
                <a:spcPct val="0"/>
              </a:spcBef>
              <a:spcAft>
                <a:spcPct val="0"/>
              </a:spcAft>
              <a:defRPr kern="1200">
                <a:solidFill>
                  <a:schemeClr val="tx1"/>
                </a:solidFill>
                <a:latin typeface="Arial" charset="0"/>
                <a:ea typeface="Geneva" pitchFamily="-109" charset="-128"/>
                <a:cs typeface="+mn-cs"/>
              </a:defRPr>
            </a:lvl5pPr>
            <a:lvl6pPr marL="2285733" algn="l" defTabSz="914293" rtl="0" eaLnBrk="1" latinLnBrk="0" hangingPunct="1">
              <a:defRPr kern="1200">
                <a:solidFill>
                  <a:schemeClr val="tx1"/>
                </a:solidFill>
                <a:latin typeface="Arial" charset="0"/>
                <a:ea typeface="Geneva" pitchFamily="-109" charset="-128"/>
                <a:cs typeface="+mn-cs"/>
              </a:defRPr>
            </a:lvl6pPr>
            <a:lvl7pPr marL="2742879" algn="l" defTabSz="914293" rtl="0" eaLnBrk="1" latinLnBrk="0" hangingPunct="1">
              <a:defRPr kern="1200">
                <a:solidFill>
                  <a:schemeClr val="tx1"/>
                </a:solidFill>
                <a:latin typeface="Arial" charset="0"/>
                <a:ea typeface="Geneva" pitchFamily="-109" charset="-128"/>
                <a:cs typeface="+mn-cs"/>
              </a:defRPr>
            </a:lvl7pPr>
            <a:lvl8pPr marL="3200026" algn="l" defTabSz="914293" rtl="0" eaLnBrk="1" latinLnBrk="0" hangingPunct="1">
              <a:defRPr kern="1200">
                <a:solidFill>
                  <a:schemeClr val="tx1"/>
                </a:solidFill>
                <a:latin typeface="Arial" charset="0"/>
                <a:ea typeface="Geneva" pitchFamily="-109" charset="-128"/>
                <a:cs typeface="+mn-cs"/>
              </a:defRPr>
            </a:lvl8pPr>
            <a:lvl9pPr marL="3657172" algn="l" defTabSz="914293" rtl="0" eaLnBrk="1" latinLnBrk="0" hangingPunct="1">
              <a:defRPr kern="1200">
                <a:solidFill>
                  <a:schemeClr val="tx1"/>
                </a:solidFill>
                <a:latin typeface="Arial" charset="0"/>
                <a:ea typeface="Geneva" pitchFamily="-109" charset="-128"/>
                <a:cs typeface="+mn-cs"/>
              </a:defRPr>
            </a:lvl9pPr>
          </a:lstStyle>
          <a:p>
            <a:pPr>
              <a:defRPr/>
            </a:pPr>
            <a:fld id="{2EDAC284-59FC-4EEB-A7F8-63017E0BC0CE}" type="slidenum">
              <a:rPr lang="en-US" sz="900" smtClean="0"/>
              <a:pPr>
                <a:defRPr/>
              </a:pPr>
              <a:t>‹#›</a:t>
            </a:fld>
            <a:endParaRPr lang="en-US" sz="900"/>
          </a:p>
        </p:txBody>
      </p:sp>
      <p:sp>
        <p:nvSpPr>
          <p:cNvPr id="7" name="TextBox 6">
            <a:extLst>
              <a:ext uri="{FF2B5EF4-FFF2-40B4-BE49-F238E27FC236}">
                <a16:creationId xmlns:a16="http://schemas.microsoft.com/office/drawing/2014/main" id="{95CF1ACF-4343-65A6-5176-49C3ABFCEE53}"/>
              </a:ext>
            </a:extLst>
          </p:cNvPr>
          <p:cNvSpPr txBox="1"/>
          <p:nvPr userDrawn="1"/>
        </p:nvSpPr>
        <p:spPr>
          <a:xfrm>
            <a:off x="6451387" y="6574486"/>
            <a:ext cx="4889500" cy="138500"/>
          </a:xfrm>
          <a:prstGeom prst="rect">
            <a:avLst/>
          </a:prstGeom>
          <a:noFill/>
        </p:spPr>
        <p:txBody>
          <a:bodyPr wrap="square" lIns="0" tIns="0" rIns="0" bIns="0" rtlCol="0">
            <a:spAutoFit/>
          </a:bodyPr>
          <a:lstStyle/>
          <a:p>
            <a:pPr algn="r"/>
            <a:r>
              <a:rPr lang="en-US" sz="900">
                <a:solidFill>
                  <a:srgbClr val="0A3C53"/>
                </a:solidFill>
                <a:latin typeface="Effra Pro" panose="020B0603020203020204" pitchFamily="34" charset="0"/>
              </a:rPr>
              <a:t>For internal use only. Not to be used with the public.</a:t>
            </a:r>
          </a:p>
        </p:txBody>
      </p:sp>
      <p:sp>
        <p:nvSpPr>
          <p:cNvPr id="2" name="Rectangle 1">
            <a:extLst>
              <a:ext uri="{FF2B5EF4-FFF2-40B4-BE49-F238E27FC236}">
                <a16:creationId xmlns:a16="http://schemas.microsoft.com/office/drawing/2014/main" id="{B6E53E59-C874-5438-DA93-2459D6CC55C6}"/>
              </a:ext>
            </a:extLst>
          </p:cNvPr>
          <p:cNvSpPr/>
          <p:nvPr userDrawn="1"/>
        </p:nvSpPr>
        <p:spPr bwMode="ltGray">
          <a:xfrm>
            <a:off x="0" y="-4791"/>
            <a:ext cx="12192000" cy="1402080"/>
          </a:xfrm>
          <a:prstGeom prst="rect">
            <a:avLst/>
          </a:prstGeom>
          <a:solidFill>
            <a:srgbClr val="B2D4E4"/>
          </a:solidFill>
          <a:ln w="12700" cap="flat" cmpd="sng" algn="ctr">
            <a:noFill/>
            <a:prstDash val="solid"/>
            <a:round/>
            <a:headEnd type="none" w="sm" len="sm"/>
            <a:tailEnd type="none" w="sm" len="sm"/>
          </a:ln>
        </p:spPr>
        <p:txBody>
          <a:bodyPr rtlCol="0" anchor="ctr"/>
          <a:lstStyle/>
          <a:p>
            <a:pPr algn="ctr"/>
            <a:endParaRPr lang="en-US">
              <a:latin typeface="+mj-lt"/>
            </a:endParaRPr>
          </a:p>
        </p:txBody>
      </p:sp>
      <p:pic>
        <p:nvPicPr>
          <p:cNvPr id="6" name="Picture 5">
            <a:extLst>
              <a:ext uri="{FF2B5EF4-FFF2-40B4-BE49-F238E27FC236}">
                <a16:creationId xmlns:a16="http://schemas.microsoft.com/office/drawing/2014/main" id="{B8956E04-F1EC-92A3-974D-E220A954D93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06399" y="481934"/>
            <a:ext cx="2567711" cy="432468"/>
          </a:xfrm>
          <a:prstGeom prst="rect">
            <a:avLst/>
          </a:prstGeom>
        </p:spPr>
      </p:pic>
    </p:spTree>
    <p:extLst>
      <p:ext uri="{BB962C8B-B14F-4D97-AF65-F5344CB8AC3E}">
        <p14:creationId xmlns:p14="http://schemas.microsoft.com/office/powerpoint/2010/main" val="336112732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s Only Light Blue">
    <p:spTree>
      <p:nvGrpSpPr>
        <p:cNvPr id="1" name=""/>
        <p:cNvGrpSpPr/>
        <p:nvPr/>
      </p:nvGrpSpPr>
      <p:grpSpPr>
        <a:xfrm>
          <a:off x="0" y="0"/>
          <a:ext cx="0" cy="0"/>
          <a:chOff x="0" y="0"/>
          <a:chExt cx="0" cy="0"/>
        </a:xfrm>
      </p:grpSpPr>
      <p:sp>
        <p:nvSpPr>
          <p:cNvPr id="2" name="Title 1"/>
          <p:cNvSpPr>
            <a:spLocks noGrp="1"/>
          </p:cNvSpPr>
          <p:nvPr>
            <p:ph type="title"/>
          </p:nvPr>
        </p:nvSpPr>
        <p:spPr>
          <a:xfrm>
            <a:off x="390145" y="182880"/>
            <a:ext cx="10711748" cy="737704"/>
          </a:xfrm>
        </p:spPr>
        <p:txBody>
          <a:bodyPr/>
          <a:lstStyle>
            <a:lvl1pPr>
              <a:defRPr>
                <a:solidFill>
                  <a:srgbClr val="0A3C53"/>
                </a:solidFill>
              </a:defRPr>
            </a:lvl1pPr>
          </a:lstStyle>
          <a:p>
            <a:r>
              <a:rPr lang="en-US"/>
              <a:t>Click to edit Master title style</a:t>
            </a:r>
          </a:p>
        </p:txBody>
      </p:sp>
      <p:sp>
        <p:nvSpPr>
          <p:cNvPr id="5" name="Text Placeholder 4"/>
          <p:cNvSpPr>
            <a:spLocks noGrp="1"/>
          </p:cNvSpPr>
          <p:nvPr>
            <p:ph type="body" sz="quarter" idx="11"/>
          </p:nvPr>
        </p:nvSpPr>
        <p:spPr>
          <a:xfrm>
            <a:off x="390145" y="920584"/>
            <a:ext cx="11408497" cy="739344"/>
          </a:xfrm>
        </p:spPr>
        <p:txBody>
          <a:bodyPr/>
          <a:lstStyle>
            <a:lvl1pPr marL="0" indent="0">
              <a:buNone/>
              <a:defRPr>
                <a:solidFill>
                  <a:srgbClr val="0A3C53"/>
                </a:solidFill>
                <a:latin typeface="Effra Pro" panose="020B0603020203020204" pitchFamily="34" charset="0"/>
              </a:defRPr>
            </a:lvl1pPr>
            <a:lvl2pPr marL="609570" indent="0">
              <a:buNone/>
              <a:defRPr/>
            </a:lvl2pPr>
          </a:lstStyle>
          <a:p>
            <a:pPr lvl="0"/>
            <a:r>
              <a:rPr lang="en-US"/>
              <a:t>Click to edit Master text styles</a:t>
            </a:r>
          </a:p>
        </p:txBody>
      </p:sp>
      <p:pic>
        <p:nvPicPr>
          <p:cNvPr id="4" name="Picture 3">
            <a:extLst>
              <a:ext uri="{FF2B5EF4-FFF2-40B4-BE49-F238E27FC236}">
                <a16:creationId xmlns:a16="http://schemas.microsoft.com/office/drawing/2014/main" id="{A939D159-3D30-0E0E-2BD1-9355452D8DA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55563" y="6299264"/>
            <a:ext cx="1343087" cy="226211"/>
          </a:xfrm>
          <a:prstGeom prst="rect">
            <a:avLst/>
          </a:prstGeom>
        </p:spPr>
      </p:pic>
    </p:spTree>
    <p:extLst>
      <p:ext uri="{BB962C8B-B14F-4D97-AF65-F5344CB8AC3E}">
        <p14:creationId xmlns:p14="http://schemas.microsoft.com/office/powerpoint/2010/main" val="91060358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s Only Dark Blue">
    <p:bg>
      <p:bgPr>
        <a:solidFill>
          <a:srgbClr val="0A385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1"/>
            <a:ext cx="10457317" cy="609601"/>
          </a:xfrm>
        </p:spPr>
        <p:txBody>
          <a:bodyPr/>
          <a:lstStyle>
            <a:lvl1pPr>
              <a:defRPr>
                <a:solidFill>
                  <a:schemeClr val="tx1"/>
                </a:solidFill>
              </a:defRPr>
            </a:lvl1pPr>
          </a:lstStyle>
          <a:p>
            <a:r>
              <a:rPr lang="en-US"/>
              <a:t>Click to edit Master title style</a:t>
            </a:r>
          </a:p>
        </p:txBody>
      </p:sp>
      <p:sp>
        <p:nvSpPr>
          <p:cNvPr id="5" name="Text Placeholder 4"/>
          <p:cNvSpPr>
            <a:spLocks noGrp="1"/>
          </p:cNvSpPr>
          <p:nvPr>
            <p:ph type="body" sz="quarter" idx="11"/>
          </p:nvPr>
        </p:nvSpPr>
        <p:spPr>
          <a:xfrm>
            <a:off x="390144" y="792482"/>
            <a:ext cx="11408496" cy="893233"/>
          </a:xfrm>
        </p:spPr>
        <p:txBody>
          <a:bodyPr/>
          <a:lstStyle>
            <a:lvl1pPr marL="0" indent="0">
              <a:buNone/>
              <a:defRPr>
                <a:solidFill>
                  <a:schemeClr val="tx1"/>
                </a:solidFill>
                <a:latin typeface="Effra Pro" panose="020B0603020203020204" pitchFamily="34" charset="0"/>
              </a:defRPr>
            </a:lvl1pPr>
            <a:lvl2pPr marL="609570" indent="0">
              <a:buNone/>
              <a:defRPr/>
            </a:lvl2pPr>
          </a:lstStyle>
          <a:p>
            <a:pPr lvl="0"/>
            <a:r>
              <a:rPr lang="en-US"/>
              <a:t>Click to edit Master text styles</a:t>
            </a:r>
          </a:p>
        </p:txBody>
      </p:sp>
      <p:sp>
        <p:nvSpPr>
          <p:cNvPr id="7" name="Slide Number Placeholder 9">
            <a:extLst>
              <a:ext uri="{FF2B5EF4-FFF2-40B4-BE49-F238E27FC236}">
                <a16:creationId xmlns:a16="http://schemas.microsoft.com/office/drawing/2014/main" id="{82753250-AB15-D338-886B-ADA77DEAB5A6}"/>
              </a:ext>
            </a:extLst>
          </p:cNvPr>
          <p:cNvSpPr>
            <a:spLocks noGrp="1"/>
          </p:cNvSpPr>
          <p:nvPr>
            <p:ph type="sldNum" sz="quarter" idx="4294967295"/>
          </p:nvPr>
        </p:nvSpPr>
        <p:spPr>
          <a:xfrm>
            <a:off x="11493849" y="6583400"/>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8" name="TextBox 7">
            <a:extLst>
              <a:ext uri="{FF2B5EF4-FFF2-40B4-BE49-F238E27FC236}">
                <a16:creationId xmlns:a16="http://schemas.microsoft.com/office/drawing/2014/main" id="{0D84ED21-DF0A-64CE-033F-AE56DAE27A9F}"/>
              </a:ext>
            </a:extLst>
          </p:cNvPr>
          <p:cNvSpPr txBox="1"/>
          <p:nvPr userDrawn="1"/>
        </p:nvSpPr>
        <p:spPr>
          <a:xfrm>
            <a:off x="6451387" y="6574486"/>
            <a:ext cx="4889500" cy="138500"/>
          </a:xfrm>
          <a:prstGeom prst="rect">
            <a:avLst/>
          </a:prstGeom>
          <a:noFill/>
        </p:spPr>
        <p:txBody>
          <a:bodyPr wrap="square" lIns="0" tIns="0" rIns="0" bIns="0" rtlCol="0">
            <a:spAutoFit/>
          </a:bodyPr>
          <a:lstStyle/>
          <a:p>
            <a:pPr algn="r"/>
            <a:r>
              <a:rPr lang="en-US" sz="900">
                <a:solidFill>
                  <a:srgbClr val="0A3C53"/>
                </a:solidFill>
                <a:latin typeface="Effra Pro" panose="020B0603020203020204" pitchFamily="34" charset="0"/>
              </a:rPr>
              <a:t>For internal use only. Not to be used with the public.</a:t>
            </a:r>
          </a:p>
        </p:txBody>
      </p:sp>
      <p:pic>
        <p:nvPicPr>
          <p:cNvPr id="9" name="Picture 8">
            <a:extLst>
              <a:ext uri="{FF2B5EF4-FFF2-40B4-BE49-F238E27FC236}">
                <a16:creationId xmlns:a16="http://schemas.microsoft.com/office/drawing/2014/main" id="{E7DD41D7-6DD2-BFE7-D453-6DEDB9D0AB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55563" y="6192317"/>
            <a:ext cx="1343087" cy="226211"/>
          </a:xfrm>
          <a:prstGeom prst="rect">
            <a:avLst/>
          </a:prstGeom>
        </p:spPr>
      </p:pic>
    </p:spTree>
    <p:extLst>
      <p:ext uri="{BB962C8B-B14F-4D97-AF65-F5344CB8AC3E}">
        <p14:creationId xmlns:p14="http://schemas.microsoft.com/office/powerpoint/2010/main" val="222880716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lank White">
    <p:bg>
      <p:bgPr>
        <a:solidFill>
          <a:schemeClr val="tx1"/>
        </a:solidFill>
        <a:effectLst/>
      </p:bgPr>
    </p:bg>
    <p:spTree>
      <p:nvGrpSpPr>
        <p:cNvPr id="1" name=""/>
        <p:cNvGrpSpPr/>
        <p:nvPr/>
      </p:nvGrpSpPr>
      <p:grpSpPr>
        <a:xfrm>
          <a:off x="0" y="0"/>
          <a:ext cx="0" cy="0"/>
          <a:chOff x="0" y="0"/>
          <a:chExt cx="0" cy="0"/>
        </a:xfrm>
      </p:grpSpPr>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83400"/>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7" y="6574486"/>
            <a:ext cx="4889500" cy="138500"/>
          </a:xfrm>
          <a:prstGeom prst="rect">
            <a:avLst/>
          </a:prstGeom>
          <a:noFill/>
        </p:spPr>
        <p:txBody>
          <a:bodyPr wrap="square" lIns="0" tIns="0" rIns="0" bIns="0" rtlCol="0">
            <a:spAutoFit/>
          </a:bodyPr>
          <a:lstStyle/>
          <a:p>
            <a:pPr algn="r"/>
            <a:r>
              <a:rPr lang="en-US" sz="900">
                <a:solidFill>
                  <a:srgbClr val="0A3C53"/>
                </a:solidFill>
                <a:latin typeface="Effra Pro" panose="020B0603020203020204" pitchFamily="34" charset="0"/>
              </a:rPr>
              <a:t>For internal use only. Not to be used with the public.</a:t>
            </a:r>
          </a:p>
        </p:txBody>
      </p:sp>
      <p:pic>
        <p:nvPicPr>
          <p:cNvPr id="3" name="Picture 2">
            <a:extLst>
              <a:ext uri="{FF2B5EF4-FFF2-40B4-BE49-F238E27FC236}">
                <a16:creationId xmlns:a16="http://schemas.microsoft.com/office/drawing/2014/main" id="{FE21A419-5D5F-8A0F-7F85-9084494A7A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55563" y="6192317"/>
            <a:ext cx="1343087" cy="226211"/>
          </a:xfrm>
          <a:prstGeom prst="rect">
            <a:avLst/>
          </a:prstGeom>
        </p:spPr>
      </p:pic>
    </p:spTree>
    <p:extLst>
      <p:ext uri="{BB962C8B-B14F-4D97-AF65-F5344CB8AC3E}">
        <p14:creationId xmlns:p14="http://schemas.microsoft.com/office/powerpoint/2010/main" val="79355631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959139-127F-8583-3E63-D0500205C14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55563" y="6289499"/>
            <a:ext cx="1343087" cy="226211"/>
          </a:xfrm>
          <a:prstGeom prst="rect">
            <a:avLst/>
          </a:prstGeom>
        </p:spPr>
      </p:pic>
    </p:spTree>
    <p:extLst>
      <p:ext uri="{BB962C8B-B14F-4D97-AF65-F5344CB8AC3E}">
        <p14:creationId xmlns:p14="http://schemas.microsoft.com/office/powerpoint/2010/main" val="401925345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lank Dark Blue">
    <p:bg>
      <p:bgPr>
        <a:solidFill>
          <a:srgbClr val="0A385E"/>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959139-127F-8583-3E63-D0500205C14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55563" y="6317363"/>
            <a:ext cx="1343087" cy="226211"/>
          </a:xfrm>
          <a:prstGeom prst="rect">
            <a:avLst/>
          </a:prstGeom>
        </p:spPr>
      </p:pic>
    </p:spTree>
    <p:extLst>
      <p:ext uri="{BB962C8B-B14F-4D97-AF65-F5344CB8AC3E}">
        <p14:creationId xmlns:p14="http://schemas.microsoft.com/office/powerpoint/2010/main" val="130862658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B2D4E4">
            <a:alpha val="60000"/>
          </a:srgb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775869-9BE2-C91E-FE1C-C531659F2D5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519675" y="2543618"/>
            <a:ext cx="5152653" cy="867841"/>
          </a:xfrm>
          <a:prstGeom prst="rect">
            <a:avLst/>
          </a:prstGeom>
        </p:spPr>
      </p:pic>
    </p:spTree>
    <p:extLst>
      <p:ext uri="{BB962C8B-B14F-4D97-AF65-F5344CB8AC3E}">
        <p14:creationId xmlns:p14="http://schemas.microsoft.com/office/powerpoint/2010/main" val="251701728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B2D4E4">
            <a:alpha val="60000"/>
          </a:srgbClr>
        </a:solidFill>
        <a:effectLst/>
      </p:bgPr>
    </p:bg>
    <p:spTree>
      <p:nvGrpSpPr>
        <p:cNvPr id="1" name=""/>
        <p:cNvGrpSpPr/>
        <p:nvPr/>
      </p:nvGrpSpPr>
      <p:grpSpPr>
        <a:xfrm>
          <a:off x="0" y="0"/>
          <a:ext cx="0" cy="0"/>
          <a:chOff x="0" y="0"/>
          <a:chExt cx="0" cy="0"/>
        </a:xfrm>
      </p:grpSpPr>
      <p:sp>
        <p:nvSpPr>
          <p:cNvPr id="2" name="Rectangle 1"/>
          <p:cNvSpPr/>
          <p:nvPr userDrawn="1"/>
        </p:nvSpPr>
        <p:spPr bwMode="ltGray">
          <a:xfrm>
            <a:off x="4715071" y="2090057"/>
            <a:ext cx="2761860" cy="2718056"/>
          </a:xfrm>
          <a:prstGeom prst="rect">
            <a:avLst/>
          </a:prstGeom>
          <a:solidFill>
            <a:schemeClr val="bg1"/>
          </a:solidFill>
          <a:ln w="12700" cap="flat" cmpd="sng" algn="ctr">
            <a:noFill/>
            <a:prstDash val="solid"/>
            <a:round/>
            <a:headEnd type="none" w="sm" len="sm"/>
            <a:tailEnd type="none" w="sm" len="sm"/>
          </a:ln>
        </p:spPr>
        <p:txBody>
          <a:bodyPr rtlCol="0" anchor="ctr"/>
          <a:lstStyle/>
          <a:p>
            <a:pPr algn="ctr"/>
            <a:endParaRPr lang="en-US">
              <a:latin typeface="+mj-lt"/>
            </a:endParaRPr>
          </a:p>
        </p:txBody>
      </p:sp>
      <p:pic>
        <p:nvPicPr>
          <p:cNvPr id="7" name="Picture 6"/>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453844" y="1803402"/>
            <a:ext cx="3284312" cy="3242212"/>
          </a:xfrm>
          <a:prstGeom prst="rect">
            <a:avLst/>
          </a:prstGeom>
        </p:spPr>
      </p:pic>
    </p:spTree>
    <p:extLst>
      <p:ext uri="{BB962C8B-B14F-4D97-AF65-F5344CB8AC3E}">
        <p14:creationId xmlns:p14="http://schemas.microsoft.com/office/powerpoint/2010/main" val="3483227670"/>
      </p:ext>
    </p:extLst>
  </p:cSld>
  <p:clrMapOvr>
    <a:overrideClrMapping bg1="dk1" tx1="lt1" bg2="dk2" tx2="lt2" accent1="accent1" accent2="accent2" accent3="accent3" accent4="accent4" accent5="accent5" accent6="accent6" hlink="hlink" folHlink="folHlink"/>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Title &amp; Content">
    <p:bg>
      <p:bgPr>
        <a:solidFill>
          <a:srgbClr val="B2D4E4">
            <a:alpha val="6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445923" cy="682752"/>
          </a:xfrm>
        </p:spPr>
        <p:txBody>
          <a:bodyPr/>
          <a:lstStyle>
            <a:lvl1pPr>
              <a:defRPr>
                <a:solidFill>
                  <a:srgbClr val="0A3C53"/>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bg1"/>
                </a:solidFill>
                <a:latin typeface="Effra Pro" panose="020B0603020203020204" pitchFamily="34" charset="0"/>
              </a:defRPr>
            </a:lvl1pPr>
            <a:lvl2pPr>
              <a:defRPr sz="2400">
                <a:solidFill>
                  <a:schemeClr val="bg1"/>
                </a:solidFill>
                <a:latin typeface="Effra Pro" panose="020B0603020203020204" pitchFamily="34" charset="0"/>
              </a:defRPr>
            </a:lvl2pPr>
            <a:lvl3pPr>
              <a:defRPr sz="2133">
                <a:solidFill>
                  <a:schemeClr val="bg1"/>
                </a:solidFill>
                <a:latin typeface="Effra Pro" panose="020B0603020203020204" pitchFamily="34" charset="0"/>
              </a:defRPr>
            </a:lvl3pPr>
            <a:lvl4pPr>
              <a:defRPr sz="2133">
                <a:solidFill>
                  <a:schemeClr val="bg1"/>
                </a:solidFill>
                <a:latin typeface="Effra Pro" panose="020B0603020203020204" pitchFamily="34" charset="0"/>
              </a:defRPr>
            </a:lvl4pPr>
            <a:lvl5pPr>
              <a:defRPr sz="2133">
                <a:solidFill>
                  <a:schemeClr val="bg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0">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cxnSp>
        <p:nvCxnSpPr>
          <p:cNvPr id="21" name="Straight Connector 20">
            <a:extLst>
              <a:ext uri="{FF2B5EF4-FFF2-40B4-BE49-F238E27FC236}">
                <a16:creationId xmlns:a16="http://schemas.microsoft.com/office/drawing/2014/main" id="{9E3651F1-08A3-86F1-206B-F810C02D3112}"/>
              </a:ext>
            </a:extLst>
          </p:cNvPr>
          <p:cNvCxnSpPr>
            <a:cxnSpLocks/>
          </p:cNvCxnSpPr>
          <p:nvPr userDrawn="1"/>
        </p:nvCxnSpPr>
        <p:spPr>
          <a:xfrm>
            <a:off x="390153" y="1475864"/>
            <a:ext cx="11408497" cy="0"/>
          </a:xfrm>
          <a:prstGeom prst="line">
            <a:avLst/>
          </a:prstGeom>
          <a:ln>
            <a:solidFill>
              <a:srgbClr val="0042E8"/>
            </a:solidFill>
          </a:ln>
        </p:spPr>
        <p:style>
          <a:lnRef idx="1">
            <a:schemeClr val="accent1"/>
          </a:lnRef>
          <a:fillRef idx="0">
            <a:schemeClr val="accent1"/>
          </a:fillRef>
          <a:effectRef idx="0">
            <a:schemeClr val="accent1"/>
          </a:effectRef>
          <a:fontRef idx="minor">
            <a:schemeClr val="tx1"/>
          </a:fontRef>
        </p:style>
      </p:cxnSp>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02840"/>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02840"/>
                </a:solidFill>
                <a:latin typeface="Effra Pro" panose="020B0603020203020204" pitchFamily="34" charset="0"/>
              </a:rPr>
              <a:t>For internal use only. Not to be used with the public.</a:t>
            </a:r>
          </a:p>
        </p:txBody>
      </p:sp>
      <p:pic>
        <p:nvPicPr>
          <p:cNvPr id="7" name="Picture 6" descr="A blue and black logo  Description automatically generated">
            <a:extLst>
              <a:ext uri="{FF2B5EF4-FFF2-40B4-BE49-F238E27FC236}">
                <a16:creationId xmlns:a16="http://schemas.microsoft.com/office/drawing/2014/main" id="{C0F543E7-355B-FD1E-E417-53A4CC5A7AF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923192" y="6207262"/>
            <a:ext cx="1825749" cy="310377"/>
          </a:xfrm>
          <a:prstGeom prst="rect">
            <a:avLst/>
          </a:prstGeom>
        </p:spPr>
      </p:pic>
    </p:spTree>
    <p:extLst>
      <p:ext uri="{BB962C8B-B14F-4D97-AF65-F5344CB8AC3E}">
        <p14:creationId xmlns:p14="http://schemas.microsoft.com/office/powerpoint/2010/main" val="167769463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_Agenda White Bkg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a:t>Click to edit Master title style</a:t>
            </a:r>
          </a:p>
        </p:txBody>
      </p:sp>
      <p:sp>
        <p:nvSpPr>
          <p:cNvPr id="6" name="Slide Number Placeholder 9"/>
          <p:cNvSpPr>
            <a:spLocks noGrp="1"/>
          </p:cNvSpPr>
          <p:nvPr>
            <p:ph type="sldNum" sz="quarter" idx="4"/>
          </p:nvPr>
        </p:nvSpPr>
        <p:spPr>
          <a:xfrm>
            <a:off x="11520115" y="6367265"/>
            <a:ext cx="304800" cy="205184"/>
          </a:xfrm>
          <a:prstGeom prst="rect">
            <a:avLst/>
          </a:prstGeom>
        </p:spPr>
        <p:txBody>
          <a:bodyPr vert="horz" wrap="square" lIns="0" tIns="0" rIns="0" bIns="0" rtlCol="0" anchor="ctr">
            <a:spAutoFit/>
          </a:bodyPr>
          <a:lstStyle>
            <a:lvl1pPr algn="ctr" fontAlgn="auto">
              <a:spcBef>
                <a:spcPts val="0"/>
              </a:spcBef>
              <a:spcAft>
                <a:spcPts val="0"/>
              </a:spcAft>
              <a:defRPr sz="1333" smtClean="0">
                <a:solidFill>
                  <a:schemeClr val="tx1"/>
                </a:solidFill>
                <a:latin typeface="+mn-lt"/>
              </a:defRPr>
            </a:lvl1pPr>
          </a:lstStyle>
          <a:p>
            <a:pPr>
              <a:defRPr/>
            </a:pPr>
            <a:fld id="{2EDAC284-59FC-4EEB-A7F8-63017E0BC0CE}" type="slidenum">
              <a:rPr lang="en-US" smtClean="0"/>
              <a:pPr>
                <a:defRPr/>
              </a:pPr>
              <a:t>‹#›</a:t>
            </a:fld>
            <a:endParaRPr lang="en-US"/>
          </a:p>
        </p:txBody>
      </p:sp>
      <p:sp>
        <p:nvSpPr>
          <p:cNvPr id="3" name="Rectangle: Rounded Corners 2">
            <a:extLst>
              <a:ext uri="{FF2B5EF4-FFF2-40B4-BE49-F238E27FC236}">
                <a16:creationId xmlns:a16="http://schemas.microsoft.com/office/drawing/2014/main" id="{D799F1DC-0D6F-AFDB-2736-2A213B66C2DA}"/>
              </a:ext>
            </a:extLst>
          </p:cNvPr>
          <p:cNvSpPr/>
          <p:nvPr userDrawn="1"/>
        </p:nvSpPr>
        <p:spPr>
          <a:xfrm>
            <a:off x="9077945" y="6214406"/>
            <a:ext cx="2437164" cy="421981"/>
          </a:xfrm>
          <a:prstGeom prst="roundRect">
            <a:avLst>
              <a:gd name="adj" fmla="val 7131"/>
            </a:avLst>
          </a:prstGeom>
          <a:solidFill>
            <a:srgbClr val="FFFFFF"/>
          </a:solidFill>
          <a:ln w="12700" cap="flat" cmpd="sng" algn="ctr">
            <a:solidFill>
              <a:srgbClr val="FF0000"/>
            </a:solidFill>
            <a:prstDash val="solid"/>
            <a:miter lim="800000"/>
          </a:ln>
          <a:effectLst/>
        </p:spPr>
        <p:txBody>
          <a:bodyPr wrap="square" lIns="18288" tIns="18288" rIns="18288" bIns="18288" rtlCol="0" anchor="ctr">
            <a:spAutoFit/>
          </a:bodyPr>
          <a:lstStyle/>
          <a:p>
            <a:pPr marL="0" marR="0" lvl="0" indent="0" algn="ctr" defTabSz="914377"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FF0000"/>
                </a:solidFill>
                <a:effectLst/>
                <a:uLnTx/>
                <a:uFillTx/>
                <a:ea typeface="+mn-ea"/>
                <a:cs typeface="+mn-cs"/>
              </a:rPr>
              <a:t>PRIVILEGED AND CONFIDENTIAL.</a:t>
            </a:r>
          </a:p>
          <a:p>
            <a:pPr marL="0" marR="0" lvl="0" indent="0" algn="ctr" defTabSz="914377"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FF0000"/>
                </a:solidFill>
                <a:effectLst/>
                <a:uLnTx/>
                <a:uFillTx/>
                <a:ea typeface="+mn-ea"/>
                <a:cs typeface="+mn-cs"/>
              </a:rPr>
              <a:t>INTERNAL USE ONLY. NOT TO BE DISTRIBUTED.</a:t>
            </a:r>
          </a:p>
        </p:txBody>
      </p:sp>
      <p:sp>
        <p:nvSpPr>
          <p:cNvPr id="4" name="TextBox 3">
            <a:extLst>
              <a:ext uri="{FF2B5EF4-FFF2-40B4-BE49-F238E27FC236}">
                <a16:creationId xmlns:a16="http://schemas.microsoft.com/office/drawing/2014/main" id="{CD62E374-DF87-4422-5E5F-AD7F7F5B3678}"/>
              </a:ext>
            </a:extLst>
          </p:cNvPr>
          <p:cNvSpPr txBox="1"/>
          <p:nvPr userDrawn="1"/>
        </p:nvSpPr>
        <p:spPr>
          <a:xfrm>
            <a:off x="772539" y="6192859"/>
            <a:ext cx="4931264" cy="276999"/>
          </a:xfrm>
          <a:prstGeom prst="rect">
            <a:avLst/>
          </a:prstGeom>
          <a:noFill/>
        </p:spPr>
        <p:txBody>
          <a:bodyPr wrap="square" rtlCol="0">
            <a:spAutoFit/>
          </a:bodyPr>
          <a:lstStyle/>
          <a:p>
            <a:r>
              <a:rPr lang="en-US" sz="1200" b="1" i="1">
                <a:solidFill>
                  <a:schemeClr val="tx2"/>
                </a:solidFill>
              </a:rPr>
              <a:t>“Promote integrity and humanity to ensure and protect growth.”</a:t>
            </a:r>
          </a:p>
        </p:txBody>
      </p:sp>
    </p:spTree>
    <p:extLst>
      <p:ext uri="{BB962C8B-B14F-4D97-AF65-F5344CB8AC3E}">
        <p14:creationId xmlns:p14="http://schemas.microsoft.com/office/powerpoint/2010/main" val="76334808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5" name="Title Placeholder 1">
            <a:extLst>
              <a:ext uri="{FF2B5EF4-FFF2-40B4-BE49-F238E27FC236}">
                <a16:creationId xmlns:a16="http://schemas.microsoft.com/office/drawing/2014/main" id="{7BBB44ED-3F55-29A4-DD1E-8FC01AD0F44D}"/>
              </a:ext>
            </a:extLst>
          </p:cNvPr>
          <p:cNvSpPr>
            <a:spLocks noGrp="1"/>
          </p:cNvSpPr>
          <p:nvPr>
            <p:ph type="title"/>
          </p:nvPr>
        </p:nvSpPr>
        <p:spPr>
          <a:xfrm>
            <a:off x="626269" y="493776"/>
            <a:ext cx="10939462" cy="804672"/>
          </a:xfrm>
          <a:prstGeom prst="rect">
            <a:avLst/>
          </a:prstGeom>
        </p:spPr>
        <p:txBody>
          <a:bodyPr vert="horz" lIns="0" tIns="0" rIns="0" bIns="0" rtlCol="0" anchor="t" anchorCtr="0">
            <a:noAutofit/>
          </a:bodyPr>
          <a:lstStyle>
            <a:lvl1pPr>
              <a:defRPr>
                <a:latin typeface="+mj-lt"/>
              </a:defRPr>
            </a:lvl1pPr>
          </a:lstStyle>
          <a:p>
            <a:r>
              <a:rPr lang="en-US"/>
              <a:t>Click to edit Master title style</a:t>
            </a:r>
          </a:p>
        </p:txBody>
      </p:sp>
    </p:spTree>
    <p:extLst>
      <p:ext uri="{BB962C8B-B14F-4D97-AF65-F5344CB8AC3E}">
        <p14:creationId xmlns:p14="http://schemas.microsoft.com/office/powerpoint/2010/main" val="20919069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626269" y="1554480"/>
            <a:ext cx="10939462" cy="4247212"/>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Placeholder 1">
            <a:extLst>
              <a:ext uri="{FF2B5EF4-FFF2-40B4-BE49-F238E27FC236}">
                <a16:creationId xmlns:a16="http://schemas.microsoft.com/office/drawing/2014/main" id="{7BBB44ED-3F55-29A4-DD1E-8FC01AD0F44D}"/>
              </a:ext>
            </a:extLst>
          </p:cNvPr>
          <p:cNvSpPr>
            <a:spLocks noGrp="1"/>
          </p:cNvSpPr>
          <p:nvPr>
            <p:ph type="title"/>
          </p:nvPr>
        </p:nvSpPr>
        <p:spPr>
          <a:xfrm>
            <a:off x="626269" y="493776"/>
            <a:ext cx="10939462" cy="804672"/>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42127340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626269" y="1862652"/>
            <a:ext cx="10939462" cy="4119486"/>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595E3170-2F17-5F40-7220-F26FEAC353E1}"/>
              </a:ext>
            </a:extLst>
          </p:cNvPr>
          <p:cNvSpPr>
            <a:spLocks noGrp="1"/>
          </p:cNvSpPr>
          <p:nvPr>
            <p:ph sz="quarter" idx="11"/>
          </p:nvPr>
        </p:nvSpPr>
        <p:spPr>
          <a:xfrm>
            <a:off x="626269" y="1178214"/>
            <a:ext cx="10939462" cy="544803"/>
          </a:xfrm>
        </p:spPr>
        <p:txBody>
          <a:bodyPr/>
          <a:lstStyle>
            <a:lvl1pPr marL="0" indent="0">
              <a:buFontTx/>
              <a:buNone/>
              <a:defRPr sz="2400" b="1"/>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5" name="Title Placeholder 1">
            <a:extLst>
              <a:ext uri="{FF2B5EF4-FFF2-40B4-BE49-F238E27FC236}">
                <a16:creationId xmlns:a16="http://schemas.microsoft.com/office/drawing/2014/main" id="{B8DBD592-F085-1AD1-F2E5-21AFE28F03E9}"/>
              </a:ext>
            </a:extLst>
          </p:cNvPr>
          <p:cNvSpPr>
            <a:spLocks noGrp="1"/>
          </p:cNvSpPr>
          <p:nvPr>
            <p:ph type="title"/>
          </p:nvPr>
        </p:nvSpPr>
        <p:spPr>
          <a:xfrm>
            <a:off x="626269" y="493776"/>
            <a:ext cx="10939462" cy="544803"/>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21258506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2_Custom Layout">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itle Placeholder 1">
            <a:extLst>
              <a:ext uri="{FF2B5EF4-FFF2-40B4-BE49-F238E27FC236}">
                <a16:creationId xmlns:a16="http://schemas.microsoft.com/office/drawing/2014/main" id="{7DC46692-028A-73AD-0EBF-CFDDE25504EC}"/>
              </a:ext>
            </a:extLst>
          </p:cNvPr>
          <p:cNvSpPr>
            <a:spLocks noGrp="1"/>
          </p:cNvSpPr>
          <p:nvPr>
            <p:ph type="title"/>
          </p:nvPr>
        </p:nvSpPr>
        <p:spPr>
          <a:xfrm>
            <a:off x="626269" y="493776"/>
            <a:ext cx="10939462" cy="804672"/>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24194895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TITLE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620C4-4478-382D-05FF-85794C8C0CCC}"/>
              </a:ext>
            </a:extLst>
          </p:cNvPr>
          <p:cNvSpPr>
            <a:spLocks noGrp="1"/>
          </p:cNvSpPr>
          <p:nvPr>
            <p:ph type="title"/>
          </p:nvPr>
        </p:nvSpPr>
        <p:spPr>
          <a:xfrm>
            <a:off x="838200" y="2112264"/>
            <a:ext cx="10515600" cy="1316736"/>
          </a:xfrm>
        </p:spPr>
        <p:txBody>
          <a:bodyPr lIns="0" anchor="t" anchorCtr="0"/>
          <a:lstStyle>
            <a:lvl1pPr>
              <a:defRPr sz="3600"/>
            </a:lvl1pPr>
          </a:lstStyle>
          <a:p>
            <a:endParaRPr lang="en-US"/>
          </a:p>
        </p:txBody>
      </p:sp>
      <p:sp>
        <p:nvSpPr>
          <p:cNvPr id="7" name="Slide Number Placeholder 6">
            <a:extLst>
              <a:ext uri="{FF2B5EF4-FFF2-40B4-BE49-F238E27FC236}">
                <a16:creationId xmlns:a16="http://schemas.microsoft.com/office/drawing/2014/main" id="{C78F216D-F511-3806-58E4-70B64425F9AC}"/>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5" name="Picture Placeholder 4">
            <a:extLst>
              <a:ext uri="{FF2B5EF4-FFF2-40B4-BE49-F238E27FC236}">
                <a16:creationId xmlns:a16="http://schemas.microsoft.com/office/drawing/2014/main" id="{122546D2-6DCC-4B92-4F74-EEFCF41484C3}"/>
              </a:ext>
            </a:extLst>
          </p:cNvPr>
          <p:cNvSpPr>
            <a:spLocks noGrp="1"/>
          </p:cNvSpPr>
          <p:nvPr>
            <p:ph type="pic" sz="quarter" idx="11"/>
          </p:nvPr>
        </p:nvSpPr>
        <p:spPr>
          <a:xfrm>
            <a:off x="0" y="3429001"/>
            <a:ext cx="12192000" cy="3429000"/>
          </a:xfrm>
          <a:solidFill>
            <a:srgbClr val="A5EFBF">
              <a:alpha val="50104"/>
            </a:srgbClr>
          </a:solidFill>
        </p:spPr>
        <p:txBody>
          <a:bodyPr anchor="ctr"/>
          <a:lstStyle>
            <a:lvl1pPr algn="ctr">
              <a:buNone/>
              <a:defRPr sz="2000" b="0" i="0">
                <a:solidFill>
                  <a:schemeClr val="bg1"/>
                </a:solidFill>
                <a:latin typeface="Effra" panose="020B0606080202020204" pitchFamily="34" charset="77"/>
              </a:defRPr>
            </a:lvl1pPr>
          </a:lstStyle>
          <a:p>
            <a:endParaRPr lang="en-US"/>
          </a:p>
        </p:txBody>
      </p:sp>
    </p:spTree>
    <p:extLst>
      <p:ext uri="{BB962C8B-B14F-4D97-AF65-F5344CB8AC3E}">
        <p14:creationId xmlns:p14="http://schemas.microsoft.com/office/powerpoint/2010/main" val="6592421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TITLE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609806" y="1488141"/>
            <a:ext cx="5038854" cy="4233390"/>
          </a:xfrm>
        </p:spPr>
        <p:txBody>
          <a:bodyPr lIns="0" anchor="t" anchorCtr="0"/>
          <a:lstStyle>
            <a:lvl1pPr algn="l">
              <a:defRPr sz="44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3" name="Picture 2" descr="A blue and grey square  AI-generated content may be incorrect.">
            <a:extLst>
              <a:ext uri="{FF2B5EF4-FFF2-40B4-BE49-F238E27FC236}">
                <a16:creationId xmlns:a16="http://schemas.microsoft.com/office/drawing/2014/main" id="{CDBA8C77-70CA-13DB-6585-126480192E47}"/>
              </a:ext>
            </a:extLst>
          </p:cNvPr>
          <p:cNvPicPr>
            <a:picLocks noChangeAspect="1"/>
          </p:cNvPicPr>
          <p:nvPr userDrawn="1"/>
        </p:nvPicPr>
        <p:blipFill>
          <a:blip r:embed="rId2">
            <a:alphaModFix amt="70000"/>
          </a:blip>
          <a:stretch>
            <a:fillRect/>
          </a:stretch>
        </p:blipFill>
        <p:spPr>
          <a:xfrm>
            <a:off x="0" y="616857"/>
            <a:ext cx="6265333" cy="6241143"/>
          </a:xfrm>
          <a:prstGeom prst="rect">
            <a:avLst/>
          </a:prstGeom>
        </p:spPr>
      </p:pic>
    </p:spTree>
    <p:extLst>
      <p:ext uri="{BB962C8B-B14F-4D97-AF65-F5344CB8AC3E}">
        <p14:creationId xmlns:p14="http://schemas.microsoft.com/office/powerpoint/2010/main" val="382358385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78766" y="2485075"/>
            <a:ext cx="10834468" cy="943925"/>
          </a:xfrm>
        </p:spPr>
        <p:txBody>
          <a:bodyPr lIns="0" anchor="t" anchorCtr="0"/>
          <a:lstStyle>
            <a:lvl1pPr algn="ctr">
              <a:defRPr sz="50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3400537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LIS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p:nvPr>
        </p:nvSpPr>
        <p:spPr>
          <a:xfrm>
            <a:off x="805574"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p:nvPr>
        </p:nvSpPr>
        <p:spPr>
          <a:xfrm>
            <a:off x="3592749"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9" name="Text Placeholder 13">
            <a:extLst>
              <a:ext uri="{FF2B5EF4-FFF2-40B4-BE49-F238E27FC236}">
                <a16:creationId xmlns:a16="http://schemas.microsoft.com/office/drawing/2014/main" id="{3A5DBFD9-96F8-94D0-529B-2B5E24342EA7}"/>
              </a:ext>
            </a:extLst>
          </p:cNvPr>
          <p:cNvSpPr>
            <a:spLocks noGrp="1"/>
          </p:cNvSpPr>
          <p:nvPr>
            <p:ph type="body" sz="quarter" idx="20"/>
          </p:nvPr>
        </p:nvSpPr>
        <p:spPr>
          <a:xfrm>
            <a:off x="6379925"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21" name="Text Placeholder 13">
            <a:extLst>
              <a:ext uri="{FF2B5EF4-FFF2-40B4-BE49-F238E27FC236}">
                <a16:creationId xmlns:a16="http://schemas.microsoft.com/office/drawing/2014/main" id="{A71A8F6A-A550-86DB-BEF7-D9A808A01C43}"/>
              </a:ext>
            </a:extLst>
          </p:cNvPr>
          <p:cNvSpPr>
            <a:spLocks noGrp="1"/>
          </p:cNvSpPr>
          <p:nvPr>
            <p:ph type="body" sz="quarter" idx="22"/>
          </p:nvPr>
        </p:nvSpPr>
        <p:spPr>
          <a:xfrm>
            <a:off x="9166867"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8" name="Text Placeholder 13">
            <a:extLst>
              <a:ext uri="{FF2B5EF4-FFF2-40B4-BE49-F238E27FC236}">
                <a16:creationId xmlns:a16="http://schemas.microsoft.com/office/drawing/2014/main" id="{6D94F9F4-274D-B690-9371-0E5B46109201}"/>
              </a:ext>
            </a:extLst>
          </p:cNvPr>
          <p:cNvSpPr>
            <a:spLocks noGrp="1"/>
          </p:cNvSpPr>
          <p:nvPr>
            <p:ph type="body" sz="quarter" idx="23"/>
          </p:nvPr>
        </p:nvSpPr>
        <p:spPr>
          <a:xfrm>
            <a:off x="805574"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9" name="Text Placeholder 13">
            <a:extLst>
              <a:ext uri="{FF2B5EF4-FFF2-40B4-BE49-F238E27FC236}">
                <a16:creationId xmlns:a16="http://schemas.microsoft.com/office/drawing/2014/main" id="{E6E582D6-6481-778E-C4B6-82C6FC97D280}"/>
              </a:ext>
            </a:extLst>
          </p:cNvPr>
          <p:cNvSpPr>
            <a:spLocks noGrp="1"/>
          </p:cNvSpPr>
          <p:nvPr>
            <p:ph type="body" sz="quarter" idx="24"/>
          </p:nvPr>
        </p:nvSpPr>
        <p:spPr>
          <a:xfrm>
            <a:off x="3592749"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0" name="Text Placeholder 13">
            <a:extLst>
              <a:ext uri="{FF2B5EF4-FFF2-40B4-BE49-F238E27FC236}">
                <a16:creationId xmlns:a16="http://schemas.microsoft.com/office/drawing/2014/main" id="{94058031-53F3-4D10-D0AF-0FE4EB33A3E6}"/>
              </a:ext>
            </a:extLst>
          </p:cNvPr>
          <p:cNvSpPr>
            <a:spLocks noGrp="1"/>
          </p:cNvSpPr>
          <p:nvPr>
            <p:ph type="body" sz="quarter" idx="25"/>
          </p:nvPr>
        </p:nvSpPr>
        <p:spPr>
          <a:xfrm>
            <a:off x="6379925" y="2889936"/>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1" name="Text Placeholder 13">
            <a:extLst>
              <a:ext uri="{FF2B5EF4-FFF2-40B4-BE49-F238E27FC236}">
                <a16:creationId xmlns:a16="http://schemas.microsoft.com/office/drawing/2014/main" id="{99BE3125-69F9-1FA8-98C5-37BFCFE5524E}"/>
              </a:ext>
            </a:extLst>
          </p:cNvPr>
          <p:cNvSpPr>
            <a:spLocks noGrp="1"/>
          </p:cNvSpPr>
          <p:nvPr>
            <p:ph type="body" sz="quarter" idx="26"/>
          </p:nvPr>
        </p:nvSpPr>
        <p:spPr>
          <a:xfrm>
            <a:off x="9166867"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4" name="Title 3">
            <a:extLst>
              <a:ext uri="{FF2B5EF4-FFF2-40B4-BE49-F238E27FC236}">
                <a16:creationId xmlns:a16="http://schemas.microsoft.com/office/drawing/2014/main" id="{860EC2BC-0ECF-2B5F-26DD-296C059C2687}"/>
              </a:ext>
            </a:extLst>
          </p:cNvPr>
          <p:cNvSpPr>
            <a:spLocks noGrp="1"/>
          </p:cNvSpPr>
          <p:nvPr>
            <p:ph type="title"/>
          </p:nvPr>
        </p:nvSpPr>
        <p:spPr>
          <a:xfrm>
            <a:off x="649224" y="493776"/>
            <a:ext cx="10890504" cy="804672"/>
          </a:xfrm>
        </p:spPr>
        <p:txBody>
          <a:bodyPr/>
          <a:lstStyle/>
          <a:p>
            <a:endParaRPr lang="en-US"/>
          </a:p>
        </p:txBody>
      </p:sp>
    </p:spTree>
    <p:extLst>
      <p:ext uri="{BB962C8B-B14F-4D97-AF65-F5344CB8AC3E}">
        <p14:creationId xmlns:p14="http://schemas.microsoft.com/office/powerpoint/2010/main" val="40108246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COL TEXT A">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marL="0" indent="0">
              <a:buNone/>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8" name="Title 7">
            <a:extLst>
              <a:ext uri="{FF2B5EF4-FFF2-40B4-BE49-F238E27FC236}">
                <a16:creationId xmlns:a16="http://schemas.microsoft.com/office/drawing/2014/main" id="{55693EF2-8722-D131-EA6A-161C518F1622}"/>
              </a:ext>
            </a:extLst>
          </p:cNvPr>
          <p:cNvSpPr>
            <a:spLocks noGrp="1"/>
          </p:cNvSpPr>
          <p:nvPr>
            <p:ph type="title"/>
          </p:nvPr>
        </p:nvSpPr>
        <p:spPr>
          <a:xfrm>
            <a:off x="6665369" y="493776"/>
            <a:ext cx="4754880" cy="1219201"/>
          </a:xfrm>
        </p:spPr>
        <p:txBody>
          <a:bodyPr/>
          <a:lstStyle/>
          <a:p>
            <a:endParaRPr lang="en-US"/>
          </a:p>
        </p:txBody>
      </p:sp>
    </p:spTree>
    <p:extLst>
      <p:ext uri="{BB962C8B-B14F-4D97-AF65-F5344CB8AC3E}">
        <p14:creationId xmlns:p14="http://schemas.microsoft.com/office/powerpoint/2010/main" val="34049539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COL TEXT B">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5" name="Title 4">
            <a:extLst>
              <a:ext uri="{FF2B5EF4-FFF2-40B4-BE49-F238E27FC236}">
                <a16:creationId xmlns:a16="http://schemas.microsoft.com/office/drawing/2014/main" id="{2D529423-01B6-FD0F-9F4A-0764671527B0}"/>
              </a:ext>
            </a:extLst>
          </p:cNvPr>
          <p:cNvSpPr>
            <a:spLocks noGrp="1"/>
          </p:cNvSpPr>
          <p:nvPr>
            <p:ph type="title"/>
          </p:nvPr>
        </p:nvSpPr>
        <p:spPr>
          <a:xfrm>
            <a:off x="6665369" y="493776"/>
            <a:ext cx="4754880" cy="1219200"/>
          </a:xfrm>
        </p:spPr>
        <p:txBody>
          <a:bodyPr/>
          <a:lstStyle/>
          <a:p>
            <a:endParaRPr lang="en-US"/>
          </a:p>
        </p:txBody>
      </p:sp>
    </p:spTree>
    <p:extLst>
      <p:ext uri="{BB962C8B-B14F-4D97-AF65-F5344CB8AC3E}">
        <p14:creationId xmlns:p14="http://schemas.microsoft.com/office/powerpoint/2010/main" val="39192093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COL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49224" y="1341484"/>
            <a:ext cx="10890504"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946683" y="1651477"/>
            <a:ext cx="4892040" cy="365760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352672" y="1651477"/>
            <a:ext cx="4892644" cy="365760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cxnSp>
        <p:nvCxnSpPr>
          <p:cNvPr id="3" name="Straight Connector 2">
            <a:extLst>
              <a:ext uri="{FF2B5EF4-FFF2-40B4-BE49-F238E27FC236}">
                <a16:creationId xmlns:a16="http://schemas.microsoft.com/office/drawing/2014/main" id="{27CD526F-4567-7702-B3D6-894A2BD0D911}"/>
              </a:ext>
            </a:extLst>
          </p:cNvPr>
          <p:cNvCxnSpPr>
            <a:cxnSpLocks/>
          </p:cNvCxnSpPr>
          <p:nvPr userDrawn="1"/>
        </p:nvCxnSpPr>
        <p:spPr>
          <a:xfrm>
            <a:off x="6096000" y="1651477"/>
            <a:ext cx="0" cy="3657600"/>
          </a:xfrm>
          <a:prstGeom prst="line">
            <a:avLst/>
          </a:prstGeom>
          <a:ln>
            <a:solidFill>
              <a:schemeClr val="bg1">
                <a:alpha val="75403"/>
              </a:schemeClr>
            </a:solidFill>
          </a:ln>
        </p:spPr>
        <p:style>
          <a:lnRef idx="2">
            <a:schemeClr val="accent1"/>
          </a:lnRef>
          <a:fillRef idx="0">
            <a:schemeClr val="accent1"/>
          </a:fillRef>
          <a:effectRef idx="1">
            <a:schemeClr val="accent1"/>
          </a:effectRef>
          <a:fontRef idx="minor">
            <a:schemeClr val="tx1"/>
          </a:fontRef>
        </p:style>
      </p:cxnSp>
      <p:sp>
        <p:nvSpPr>
          <p:cNvPr id="5" name="Title 4">
            <a:extLst>
              <a:ext uri="{FF2B5EF4-FFF2-40B4-BE49-F238E27FC236}">
                <a16:creationId xmlns:a16="http://schemas.microsoft.com/office/drawing/2014/main" id="{B132B79D-72D9-6412-E927-80F98D2ADD81}"/>
              </a:ext>
            </a:extLst>
          </p:cNvPr>
          <p:cNvSpPr>
            <a:spLocks noGrp="1"/>
          </p:cNvSpPr>
          <p:nvPr>
            <p:ph type="title"/>
          </p:nvPr>
        </p:nvSpPr>
        <p:spPr>
          <a:xfrm>
            <a:off x="649224" y="492029"/>
            <a:ext cx="10890504" cy="804672"/>
          </a:xfrm>
        </p:spPr>
        <p:txBody>
          <a:bodyPr/>
          <a:lstStyle/>
          <a:p>
            <a:endParaRPr lang="en-US"/>
          </a:p>
        </p:txBody>
      </p:sp>
    </p:spTree>
    <p:extLst>
      <p:ext uri="{BB962C8B-B14F-4D97-AF65-F5344CB8AC3E}">
        <p14:creationId xmlns:p14="http://schemas.microsoft.com/office/powerpoint/2010/main" val="4626638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3-COL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4312920" y="1346081"/>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7973568" y="1346081"/>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649224" y="1342420"/>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32104"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4495800"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8156448"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 name="Title 1">
            <a:extLst>
              <a:ext uri="{FF2B5EF4-FFF2-40B4-BE49-F238E27FC236}">
                <a16:creationId xmlns:a16="http://schemas.microsoft.com/office/drawing/2014/main" id="{3B21EAA1-25DB-EC70-28BC-970F59ABF417}"/>
              </a:ext>
            </a:extLst>
          </p:cNvPr>
          <p:cNvSpPr>
            <a:spLocks noGrp="1"/>
          </p:cNvSpPr>
          <p:nvPr>
            <p:ph type="title"/>
          </p:nvPr>
        </p:nvSpPr>
        <p:spPr>
          <a:xfrm>
            <a:off x="649224" y="492029"/>
            <a:ext cx="10890504" cy="804672"/>
          </a:xfrm>
        </p:spPr>
        <p:txBody>
          <a:bodyPr/>
          <a:lstStyle/>
          <a:p>
            <a:endParaRPr lang="en-US"/>
          </a:p>
        </p:txBody>
      </p:sp>
    </p:spTree>
    <p:extLst>
      <p:ext uri="{BB962C8B-B14F-4D97-AF65-F5344CB8AC3E}">
        <p14:creationId xmlns:p14="http://schemas.microsoft.com/office/powerpoint/2010/main" val="238905628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4-COL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3335112"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6142222"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30EBCB-CFCE-201F-955D-E252D246E802}"/>
              </a:ext>
            </a:extLst>
          </p:cNvPr>
          <p:cNvSpPr/>
          <p:nvPr userDrawn="1"/>
        </p:nvSpPr>
        <p:spPr>
          <a:xfrm>
            <a:off x="8949331"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528002"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650875"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3453069"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270011"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1" name="Text Placeholder 13">
            <a:extLst>
              <a:ext uri="{FF2B5EF4-FFF2-40B4-BE49-F238E27FC236}">
                <a16:creationId xmlns:a16="http://schemas.microsoft.com/office/drawing/2014/main" id="{C2DFA204-BAD7-7D75-D24E-452D9A532AD5}"/>
              </a:ext>
            </a:extLst>
          </p:cNvPr>
          <p:cNvSpPr>
            <a:spLocks noGrp="1"/>
          </p:cNvSpPr>
          <p:nvPr>
            <p:ph type="body" sz="quarter" idx="18"/>
          </p:nvPr>
        </p:nvSpPr>
        <p:spPr>
          <a:xfrm>
            <a:off x="9072204"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2" name="Text Placeholder 15">
            <a:extLst>
              <a:ext uri="{FF2B5EF4-FFF2-40B4-BE49-F238E27FC236}">
                <a16:creationId xmlns:a16="http://schemas.microsoft.com/office/drawing/2014/main" id="{7ADFF41F-5C73-70FE-F753-E671F31D67A0}"/>
              </a:ext>
            </a:extLst>
          </p:cNvPr>
          <p:cNvSpPr>
            <a:spLocks noGrp="1"/>
          </p:cNvSpPr>
          <p:nvPr>
            <p:ph type="body" sz="quarter" idx="11"/>
          </p:nvPr>
        </p:nvSpPr>
        <p:spPr>
          <a:xfrm>
            <a:off x="3453069"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
        <p:nvSpPr>
          <p:cNvPr id="13" name="Text Placeholder 15">
            <a:extLst>
              <a:ext uri="{FF2B5EF4-FFF2-40B4-BE49-F238E27FC236}">
                <a16:creationId xmlns:a16="http://schemas.microsoft.com/office/drawing/2014/main" id="{3BDE4155-1874-CB5D-1ED7-788DA6ACCC68}"/>
              </a:ext>
            </a:extLst>
          </p:cNvPr>
          <p:cNvSpPr>
            <a:spLocks noGrp="1"/>
          </p:cNvSpPr>
          <p:nvPr>
            <p:ph type="body" sz="quarter" idx="12"/>
          </p:nvPr>
        </p:nvSpPr>
        <p:spPr>
          <a:xfrm>
            <a:off x="6270011"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
        <p:nvSpPr>
          <p:cNvPr id="15" name="Text Placeholder 15">
            <a:extLst>
              <a:ext uri="{FF2B5EF4-FFF2-40B4-BE49-F238E27FC236}">
                <a16:creationId xmlns:a16="http://schemas.microsoft.com/office/drawing/2014/main" id="{9C60B4CB-06A4-CB4C-1C9A-05528D708689}"/>
              </a:ext>
            </a:extLst>
          </p:cNvPr>
          <p:cNvSpPr>
            <a:spLocks noGrp="1"/>
          </p:cNvSpPr>
          <p:nvPr>
            <p:ph type="body" sz="quarter" idx="13"/>
          </p:nvPr>
        </p:nvSpPr>
        <p:spPr>
          <a:xfrm>
            <a:off x="650875" y="493776"/>
            <a:ext cx="2468880" cy="738803"/>
          </a:xfrm>
        </p:spPr>
        <p:txBody>
          <a:bodyPr/>
          <a:lstStyle>
            <a:lvl1pPr marL="0" indent="0">
              <a:lnSpc>
                <a:spcPct val="100000"/>
              </a:lnSpc>
              <a:spcBef>
                <a:spcPts val="0"/>
              </a:spcBef>
              <a:buNone/>
              <a:defRPr sz="2400" b="0">
                <a:latin typeface="+mj-lt"/>
              </a:defRPr>
            </a:lvl1pPr>
          </a:lstStyle>
          <a:p>
            <a:pPr lvl="0"/>
            <a:endParaRPr lang="en-US"/>
          </a:p>
        </p:txBody>
      </p:sp>
      <p:sp>
        <p:nvSpPr>
          <p:cNvPr id="16" name="Text Placeholder 15">
            <a:extLst>
              <a:ext uri="{FF2B5EF4-FFF2-40B4-BE49-F238E27FC236}">
                <a16:creationId xmlns:a16="http://schemas.microsoft.com/office/drawing/2014/main" id="{DC1FFA80-C1C7-7395-7E6C-0CE39D3D9B2E}"/>
              </a:ext>
            </a:extLst>
          </p:cNvPr>
          <p:cNvSpPr>
            <a:spLocks noGrp="1"/>
          </p:cNvSpPr>
          <p:nvPr>
            <p:ph type="body" sz="quarter" idx="19"/>
          </p:nvPr>
        </p:nvSpPr>
        <p:spPr>
          <a:xfrm>
            <a:off x="9072204"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Tree>
    <p:extLst>
      <p:ext uri="{BB962C8B-B14F-4D97-AF65-F5344CB8AC3E}">
        <p14:creationId xmlns:p14="http://schemas.microsoft.com/office/powerpoint/2010/main" val="406683470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COL CHA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49224" y="1342419"/>
            <a:ext cx="411480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32105" y="1580164"/>
            <a:ext cx="374903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5158440" y="1342419"/>
            <a:ext cx="6382113" cy="4297680"/>
          </a:xfrm>
        </p:spPr>
        <p:txBody>
          <a:bodyPr/>
          <a:lstStyle/>
          <a:p>
            <a:endParaRPr lang="en-US"/>
          </a:p>
        </p:txBody>
      </p:sp>
      <p:sp>
        <p:nvSpPr>
          <p:cNvPr id="2" name="Title 1">
            <a:extLst>
              <a:ext uri="{FF2B5EF4-FFF2-40B4-BE49-F238E27FC236}">
                <a16:creationId xmlns:a16="http://schemas.microsoft.com/office/drawing/2014/main" id="{41C34C18-9CF5-12C3-5CCD-69AF7F33FF20}"/>
              </a:ext>
            </a:extLst>
          </p:cNvPr>
          <p:cNvSpPr>
            <a:spLocks noGrp="1"/>
          </p:cNvSpPr>
          <p:nvPr>
            <p:ph type="title"/>
          </p:nvPr>
        </p:nvSpPr>
        <p:spPr>
          <a:xfrm>
            <a:off x="649224" y="492028"/>
            <a:ext cx="10890504" cy="804672"/>
          </a:xfrm>
        </p:spPr>
        <p:txBody>
          <a:bodyPr/>
          <a:lstStyle/>
          <a:p>
            <a:endParaRPr lang="en-US"/>
          </a:p>
        </p:txBody>
      </p:sp>
    </p:spTree>
    <p:extLst>
      <p:ext uri="{BB962C8B-B14F-4D97-AF65-F5344CB8AC3E}">
        <p14:creationId xmlns:p14="http://schemas.microsoft.com/office/powerpoint/2010/main" val="402472916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CHAR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4296664" y="640080"/>
            <a:ext cx="6714837" cy="4573487"/>
          </a:xfrm>
        </p:spPr>
        <p:txBody>
          <a:bodyPr/>
          <a:lstStyle/>
          <a:p>
            <a:endParaRPr lang="en-US"/>
          </a:p>
        </p:txBody>
      </p:sp>
    </p:spTree>
    <p:extLst>
      <p:ext uri="{BB962C8B-B14F-4D97-AF65-F5344CB8AC3E}">
        <p14:creationId xmlns:p14="http://schemas.microsoft.com/office/powerpoint/2010/main" val="207878176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2-CHART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29265" y="1344167"/>
            <a:ext cx="5415599" cy="429768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2" name="Rectangle 21">
            <a:extLst>
              <a:ext uri="{FF2B5EF4-FFF2-40B4-BE49-F238E27FC236}">
                <a16:creationId xmlns:a16="http://schemas.microsoft.com/office/drawing/2014/main" id="{86B6F805-150A-A1F2-BDDF-F0ECD943C483}"/>
              </a:ext>
            </a:extLst>
          </p:cNvPr>
          <p:cNvSpPr/>
          <p:nvPr userDrawn="1"/>
        </p:nvSpPr>
        <p:spPr>
          <a:xfrm>
            <a:off x="6147136" y="1344167"/>
            <a:ext cx="5415599" cy="429768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6331191" y="1580168"/>
            <a:ext cx="5047488" cy="3794760"/>
          </a:xfrm>
        </p:spPr>
        <p:txBody>
          <a:bodyPr/>
          <a:lstStyle/>
          <a:p>
            <a:endParaRPr lang="en-US"/>
          </a:p>
        </p:txBody>
      </p:sp>
      <p:sp>
        <p:nvSpPr>
          <p:cNvPr id="2" name="Chart Placeholder 25">
            <a:extLst>
              <a:ext uri="{FF2B5EF4-FFF2-40B4-BE49-F238E27FC236}">
                <a16:creationId xmlns:a16="http://schemas.microsoft.com/office/drawing/2014/main" id="{61C651FA-1AC0-20FA-C672-4990AB30FD96}"/>
              </a:ext>
            </a:extLst>
          </p:cNvPr>
          <p:cNvSpPr>
            <a:spLocks noGrp="1"/>
          </p:cNvSpPr>
          <p:nvPr>
            <p:ph type="chart" sz="quarter" idx="19"/>
          </p:nvPr>
        </p:nvSpPr>
        <p:spPr>
          <a:xfrm>
            <a:off x="813320" y="1580168"/>
            <a:ext cx="5047488" cy="3794760"/>
          </a:xfrm>
        </p:spPr>
        <p:txBody>
          <a:bodyPr/>
          <a:lstStyle/>
          <a:p>
            <a:endParaRPr lang="en-US"/>
          </a:p>
        </p:txBody>
      </p:sp>
      <p:sp>
        <p:nvSpPr>
          <p:cNvPr id="3" name="Title 2">
            <a:extLst>
              <a:ext uri="{FF2B5EF4-FFF2-40B4-BE49-F238E27FC236}">
                <a16:creationId xmlns:a16="http://schemas.microsoft.com/office/drawing/2014/main" id="{AC5761DD-9774-F1E8-E80A-2C2D06D1756E}"/>
              </a:ext>
            </a:extLst>
          </p:cNvPr>
          <p:cNvSpPr>
            <a:spLocks noGrp="1"/>
          </p:cNvSpPr>
          <p:nvPr>
            <p:ph type="title"/>
          </p:nvPr>
        </p:nvSpPr>
        <p:spPr>
          <a:xfrm>
            <a:off x="649224" y="492033"/>
            <a:ext cx="10890504" cy="804672"/>
          </a:xfrm>
        </p:spPr>
        <p:txBody>
          <a:bodyPr/>
          <a:lstStyle/>
          <a:p>
            <a:endParaRPr lang="en-US"/>
          </a:p>
        </p:txBody>
      </p:sp>
    </p:spTree>
    <p:extLst>
      <p:ext uri="{BB962C8B-B14F-4D97-AF65-F5344CB8AC3E}">
        <p14:creationId xmlns:p14="http://schemas.microsoft.com/office/powerpoint/2010/main" val="227938909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pic>
        <p:nvPicPr>
          <p:cNvPr id="2" name="Picture 1" descr="A blue and grey square  AI-generated content may be incorrect.">
            <a:extLst>
              <a:ext uri="{FF2B5EF4-FFF2-40B4-BE49-F238E27FC236}">
                <a16:creationId xmlns:a16="http://schemas.microsoft.com/office/drawing/2014/main" id="{AB7E120C-7643-AF2C-5BAE-6690BF438C6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57200" y="493776"/>
            <a:ext cx="5029200" cy="2487168"/>
          </a:xfrm>
        </p:spPr>
        <p:txBody>
          <a:bodyPr/>
          <a:lstStyle>
            <a:lvl1pPr>
              <a:defRPr sz="3600">
                <a:solidFill>
                  <a:srgbClr val="000A62"/>
                </a:solidFill>
              </a:defRPr>
            </a:lvl1pPr>
          </a:lstStyle>
          <a:p>
            <a:endParaRPr lang="en-US"/>
          </a:p>
        </p:txBody>
      </p:sp>
    </p:spTree>
    <p:extLst>
      <p:ext uri="{BB962C8B-B14F-4D97-AF65-F5344CB8AC3E}">
        <p14:creationId xmlns:p14="http://schemas.microsoft.com/office/powerpoint/2010/main" val="99908212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1_SECTION">
    <p:spTree>
      <p:nvGrpSpPr>
        <p:cNvPr id="1" name=""/>
        <p:cNvGrpSpPr/>
        <p:nvPr/>
      </p:nvGrpSpPr>
      <p:grpSpPr>
        <a:xfrm>
          <a:off x="0" y="0"/>
          <a:ext cx="0" cy="0"/>
          <a:chOff x="0" y="0"/>
          <a:chExt cx="0" cy="0"/>
        </a:xfrm>
      </p:grpSpPr>
      <p:pic>
        <p:nvPicPr>
          <p:cNvPr id="2" name="Picture 1" descr="A blue and grey square  AI-generated content may be incorrect.">
            <a:extLst>
              <a:ext uri="{FF2B5EF4-FFF2-40B4-BE49-F238E27FC236}">
                <a16:creationId xmlns:a16="http://schemas.microsoft.com/office/drawing/2014/main" id="{AB7E120C-7643-AF2C-5BAE-6690BF438C6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8" name="Rectangle 7">
            <a:extLst>
              <a:ext uri="{FF2B5EF4-FFF2-40B4-BE49-F238E27FC236}">
                <a16:creationId xmlns:a16="http://schemas.microsoft.com/office/drawing/2014/main" id="{32009CAA-4961-064E-27E1-6CE5724DBF53}"/>
              </a:ext>
            </a:extLst>
          </p:cNvPr>
          <p:cNvSpPr/>
          <p:nvPr userDrawn="1"/>
        </p:nvSpPr>
        <p:spPr>
          <a:xfrm>
            <a:off x="0" y="303692"/>
            <a:ext cx="6096000" cy="904220"/>
          </a:xfrm>
          <a:prstGeom prst="rect">
            <a:avLst/>
          </a:prstGeom>
          <a:gradFill flip="none" rotWithShape="1">
            <a:gsLst>
              <a:gs pos="75000">
                <a:schemeClr val="bg1">
                  <a:alpha val="61000"/>
                </a:schemeClr>
              </a:gs>
              <a:gs pos="25000">
                <a:schemeClr val="bg1">
                  <a:alpha val="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838200" y="3014133"/>
            <a:ext cx="4930422" cy="2314900"/>
          </a:xfrm>
        </p:spPr>
        <p:txBody>
          <a:bodyPr/>
          <a:lstStyle>
            <a:lvl1pPr>
              <a:defRPr sz="3600"/>
            </a:lvl1pPr>
          </a:lstStyle>
          <a:p>
            <a:endParaRPr lang="en-US"/>
          </a:p>
        </p:txBody>
      </p:sp>
      <p:pic>
        <p:nvPicPr>
          <p:cNvPr id="5" name="Picture 4" descr="A blue and black logo  AI-generated content may be incorrect.">
            <a:extLst>
              <a:ext uri="{FF2B5EF4-FFF2-40B4-BE49-F238E27FC236}">
                <a16:creationId xmlns:a16="http://schemas.microsoft.com/office/drawing/2014/main" id="{BB1C3FEE-ADC6-ACA4-4A21-1EDFD7AF909E}"/>
              </a:ext>
            </a:extLst>
          </p:cNvPr>
          <p:cNvPicPr>
            <a:picLocks noChangeAspect="1"/>
          </p:cNvPicPr>
          <p:nvPr userDrawn="1"/>
        </p:nvPicPr>
        <p:blipFill>
          <a:blip r:embed="rId3"/>
          <a:stretch>
            <a:fillRect/>
          </a:stretch>
        </p:blipFill>
        <p:spPr>
          <a:xfrm>
            <a:off x="838200" y="5960743"/>
            <a:ext cx="1792111" cy="454049"/>
          </a:xfrm>
          <a:prstGeom prst="rect">
            <a:avLst/>
          </a:prstGeom>
        </p:spPr>
      </p:pic>
      <p:pic>
        <p:nvPicPr>
          <p:cNvPr id="6" name="Graphic 11">
            <a:extLst>
              <a:ext uri="{FF2B5EF4-FFF2-40B4-BE49-F238E27FC236}">
                <a16:creationId xmlns:a16="http://schemas.microsoft.com/office/drawing/2014/main" id="{FEA01748-2A0C-F541-9B25-57C5144BE9B8}"/>
              </a:ext>
            </a:extLst>
          </p:cNvPr>
          <p:cNvPicPr>
            <a:picLocks noChangeAspect="1"/>
          </p:cNvPicPr>
          <p:nvPr userDrawn="1"/>
        </p:nvPicPr>
        <p:blipFill>
          <a:blip r:embed="rId4"/>
          <a:srcRect/>
          <a:stretch/>
        </p:blipFill>
        <p:spPr>
          <a:xfrm>
            <a:off x="838200" y="422717"/>
            <a:ext cx="663222" cy="666171"/>
          </a:xfrm>
          <a:prstGeom prst="rect">
            <a:avLst/>
          </a:prstGeom>
          <a:effectLst/>
        </p:spPr>
      </p:pic>
    </p:spTree>
    <p:extLst>
      <p:ext uri="{BB962C8B-B14F-4D97-AF65-F5344CB8AC3E}">
        <p14:creationId xmlns:p14="http://schemas.microsoft.com/office/powerpoint/2010/main" val="377537318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HIGHLIGHTS">
    <p:spTree>
      <p:nvGrpSpPr>
        <p:cNvPr id="1" name=""/>
        <p:cNvGrpSpPr/>
        <p:nvPr/>
      </p:nvGrpSpPr>
      <p:grpSpPr>
        <a:xfrm>
          <a:off x="0" y="0"/>
          <a:ext cx="0" cy="0"/>
          <a:chOff x="0" y="0"/>
          <a:chExt cx="0" cy="0"/>
        </a:xfrm>
      </p:grpSpPr>
      <p:pic>
        <p:nvPicPr>
          <p:cNvPr id="2" name="Picture 1" descr="A blue and grey square  AI-generated content may be incorrect.">
            <a:extLst>
              <a:ext uri="{FF2B5EF4-FFF2-40B4-BE49-F238E27FC236}">
                <a16:creationId xmlns:a16="http://schemas.microsoft.com/office/drawing/2014/main" id="{524E236F-CC73-E2D0-C020-8D995727944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p:nvPr>
        </p:nvSpPr>
        <p:spPr>
          <a:xfrm>
            <a:off x="864973" y="1960256"/>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p:nvPr>
        </p:nvSpPr>
        <p:spPr>
          <a:xfrm>
            <a:off x="864973" y="3643093"/>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8" name="Text Placeholder 13">
            <a:extLst>
              <a:ext uri="{FF2B5EF4-FFF2-40B4-BE49-F238E27FC236}">
                <a16:creationId xmlns:a16="http://schemas.microsoft.com/office/drawing/2014/main" id="{6D94F9F4-274D-B690-9371-0E5B46109201}"/>
              </a:ext>
            </a:extLst>
          </p:cNvPr>
          <p:cNvSpPr>
            <a:spLocks noGrp="1"/>
          </p:cNvSpPr>
          <p:nvPr>
            <p:ph type="body" sz="quarter" idx="23"/>
          </p:nvPr>
        </p:nvSpPr>
        <p:spPr>
          <a:xfrm>
            <a:off x="864973" y="2799164"/>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9" name="Text Placeholder 13">
            <a:extLst>
              <a:ext uri="{FF2B5EF4-FFF2-40B4-BE49-F238E27FC236}">
                <a16:creationId xmlns:a16="http://schemas.microsoft.com/office/drawing/2014/main" id="{E6E582D6-6481-778E-C4B6-82C6FC97D280}"/>
              </a:ext>
            </a:extLst>
          </p:cNvPr>
          <p:cNvSpPr>
            <a:spLocks noGrp="1"/>
          </p:cNvSpPr>
          <p:nvPr>
            <p:ph type="body" sz="quarter" idx="24"/>
          </p:nvPr>
        </p:nvSpPr>
        <p:spPr>
          <a:xfrm>
            <a:off x="864973" y="4482001"/>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7" name="Picture Placeholder 6">
            <a:extLst>
              <a:ext uri="{FF2B5EF4-FFF2-40B4-BE49-F238E27FC236}">
                <a16:creationId xmlns:a16="http://schemas.microsoft.com/office/drawing/2014/main" id="{3B5274B7-679A-8613-5BC3-023EF3052A36}"/>
              </a:ext>
            </a:extLst>
          </p:cNvPr>
          <p:cNvSpPr>
            <a:spLocks noGrp="1"/>
          </p:cNvSpPr>
          <p:nvPr>
            <p:ph type="pic" sz="quarter" idx="28"/>
          </p:nvPr>
        </p:nvSpPr>
        <p:spPr>
          <a:xfrm>
            <a:off x="6270625" y="1517515"/>
            <a:ext cx="5143500" cy="3657600"/>
          </a:xfrm>
          <a:solidFill>
            <a:srgbClr val="A5EFBF">
              <a:alpha val="49821"/>
            </a:srgbClr>
          </a:solidFill>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4" name="Title 3">
            <a:extLst>
              <a:ext uri="{FF2B5EF4-FFF2-40B4-BE49-F238E27FC236}">
                <a16:creationId xmlns:a16="http://schemas.microsoft.com/office/drawing/2014/main" id="{E059A8AE-FA6A-9E41-D199-5D700F8750AF}"/>
              </a:ext>
            </a:extLst>
          </p:cNvPr>
          <p:cNvSpPr>
            <a:spLocks noGrp="1"/>
          </p:cNvSpPr>
          <p:nvPr>
            <p:ph type="title"/>
          </p:nvPr>
        </p:nvSpPr>
        <p:spPr>
          <a:xfrm>
            <a:off x="649224" y="492028"/>
            <a:ext cx="10890504" cy="804672"/>
          </a:xfrm>
        </p:spPr>
        <p:txBody>
          <a:bodyPr/>
          <a:lstStyle/>
          <a:p>
            <a:endParaRPr lang="en-US"/>
          </a:p>
        </p:txBody>
      </p:sp>
    </p:spTree>
    <p:extLst>
      <p:ext uri="{BB962C8B-B14F-4D97-AF65-F5344CB8AC3E}">
        <p14:creationId xmlns:p14="http://schemas.microsoft.com/office/powerpoint/2010/main" val="415877490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2-COL MIXE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49224" y="1346073"/>
            <a:ext cx="5843016"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50392" y="1580163"/>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3" name="Picture Placeholder 4">
            <a:extLst>
              <a:ext uri="{FF2B5EF4-FFF2-40B4-BE49-F238E27FC236}">
                <a16:creationId xmlns:a16="http://schemas.microsoft.com/office/drawing/2014/main" id="{73CE8AA2-1ED4-00D8-F3A4-6E085E753FE3}"/>
              </a:ext>
            </a:extLst>
          </p:cNvPr>
          <p:cNvSpPr>
            <a:spLocks noGrp="1"/>
          </p:cNvSpPr>
          <p:nvPr>
            <p:ph type="pic" sz="quarter" idx="16"/>
          </p:nvPr>
        </p:nvSpPr>
        <p:spPr>
          <a:xfrm>
            <a:off x="6492240" y="1342236"/>
            <a:ext cx="5047488" cy="4297680"/>
          </a:xfrm>
          <a:solidFill>
            <a:srgbClr val="A5EFBF">
              <a:alpha val="50016"/>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24" name="Text Placeholder 13">
            <a:extLst>
              <a:ext uri="{FF2B5EF4-FFF2-40B4-BE49-F238E27FC236}">
                <a16:creationId xmlns:a16="http://schemas.microsoft.com/office/drawing/2014/main" id="{77249610-5178-9FDD-8DC2-AAD1391462B3}"/>
              </a:ext>
            </a:extLst>
          </p:cNvPr>
          <p:cNvSpPr>
            <a:spLocks noGrp="1"/>
          </p:cNvSpPr>
          <p:nvPr>
            <p:ph type="body" sz="quarter" idx="17"/>
          </p:nvPr>
        </p:nvSpPr>
        <p:spPr>
          <a:xfrm>
            <a:off x="3776472" y="1580163"/>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3" name="Title 2">
            <a:extLst>
              <a:ext uri="{FF2B5EF4-FFF2-40B4-BE49-F238E27FC236}">
                <a16:creationId xmlns:a16="http://schemas.microsoft.com/office/drawing/2014/main" id="{DD52571E-88FD-10EE-A2C6-754293C0DC78}"/>
              </a:ext>
            </a:extLst>
          </p:cNvPr>
          <p:cNvSpPr>
            <a:spLocks noGrp="1"/>
          </p:cNvSpPr>
          <p:nvPr>
            <p:ph type="title"/>
          </p:nvPr>
        </p:nvSpPr>
        <p:spPr>
          <a:xfrm>
            <a:off x="649224" y="492027"/>
            <a:ext cx="10890504" cy="804672"/>
          </a:xfrm>
        </p:spPr>
        <p:txBody>
          <a:bodyPr/>
          <a:lstStyle/>
          <a:p>
            <a:endParaRPr lang="en-US"/>
          </a:p>
        </p:txBody>
      </p:sp>
      <p:cxnSp>
        <p:nvCxnSpPr>
          <p:cNvPr id="5" name="Straight Connector 4">
            <a:extLst>
              <a:ext uri="{FF2B5EF4-FFF2-40B4-BE49-F238E27FC236}">
                <a16:creationId xmlns:a16="http://schemas.microsoft.com/office/drawing/2014/main" id="{E6BB2486-B7E2-2B4A-1796-A7E1717418CE}"/>
              </a:ext>
            </a:extLst>
          </p:cNvPr>
          <p:cNvCxnSpPr>
            <a:cxnSpLocks/>
          </p:cNvCxnSpPr>
          <p:nvPr userDrawn="1"/>
        </p:nvCxnSpPr>
        <p:spPr>
          <a:xfrm>
            <a:off x="3549289" y="1580163"/>
            <a:ext cx="0" cy="3749039"/>
          </a:xfrm>
          <a:prstGeom prst="line">
            <a:avLst/>
          </a:prstGeom>
          <a:ln>
            <a:solidFill>
              <a:schemeClr val="bg1">
                <a:alpha val="75096"/>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2435364"/>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3-COL MIX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4315968"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7973568"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649224"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60C0E5AE-E763-B624-A79D-1CCA08C94A64}"/>
              </a:ext>
            </a:extLst>
          </p:cNvPr>
          <p:cNvSpPr>
            <a:spLocks noGrp="1"/>
          </p:cNvSpPr>
          <p:nvPr>
            <p:ph type="pic" sz="quarter" idx="11"/>
          </p:nvPr>
        </p:nvSpPr>
        <p:spPr>
          <a:xfrm>
            <a:off x="832104"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3" name="Picture Placeholder 4">
            <a:extLst>
              <a:ext uri="{FF2B5EF4-FFF2-40B4-BE49-F238E27FC236}">
                <a16:creationId xmlns:a16="http://schemas.microsoft.com/office/drawing/2014/main" id="{2AB57776-502D-C872-42C9-3E3CE4333A21}"/>
              </a:ext>
            </a:extLst>
          </p:cNvPr>
          <p:cNvSpPr>
            <a:spLocks noGrp="1"/>
          </p:cNvSpPr>
          <p:nvPr>
            <p:ph type="pic" sz="quarter" idx="12"/>
          </p:nvPr>
        </p:nvSpPr>
        <p:spPr>
          <a:xfrm>
            <a:off x="4495800"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8C8E3307-DCC6-156B-3901-30E8E5F97F42}"/>
              </a:ext>
            </a:extLst>
          </p:cNvPr>
          <p:cNvSpPr>
            <a:spLocks noGrp="1"/>
          </p:cNvSpPr>
          <p:nvPr>
            <p:ph type="pic" sz="quarter" idx="13"/>
          </p:nvPr>
        </p:nvSpPr>
        <p:spPr>
          <a:xfrm>
            <a:off x="8156448"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32104"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4495800"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8156448"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7" name="Title 6">
            <a:extLst>
              <a:ext uri="{FF2B5EF4-FFF2-40B4-BE49-F238E27FC236}">
                <a16:creationId xmlns:a16="http://schemas.microsoft.com/office/drawing/2014/main" id="{84689C92-8851-0117-5163-F217DA8C9D35}"/>
              </a:ext>
            </a:extLst>
          </p:cNvPr>
          <p:cNvSpPr>
            <a:spLocks noGrp="1"/>
          </p:cNvSpPr>
          <p:nvPr>
            <p:ph type="title"/>
          </p:nvPr>
        </p:nvSpPr>
        <p:spPr>
          <a:xfrm>
            <a:off x="649224" y="492028"/>
            <a:ext cx="10890504" cy="804672"/>
          </a:xfrm>
        </p:spPr>
        <p:txBody>
          <a:bodyPr/>
          <a:lstStyle/>
          <a:p>
            <a:endParaRPr lang="en-US"/>
          </a:p>
        </p:txBody>
      </p:sp>
    </p:spTree>
    <p:extLst>
      <p:ext uri="{BB962C8B-B14F-4D97-AF65-F5344CB8AC3E}">
        <p14:creationId xmlns:p14="http://schemas.microsoft.com/office/powerpoint/2010/main" val="254085113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4-COL MIX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3410712"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6172200"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30EBCB-CFCE-201F-955D-E252D246E802}"/>
              </a:ext>
            </a:extLst>
          </p:cNvPr>
          <p:cNvSpPr/>
          <p:nvPr userDrawn="1"/>
        </p:nvSpPr>
        <p:spPr>
          <a:xfrm>
            <a:off x="8924544"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649224"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60C0E5AE-E763-B624-A79D-1CCA08C94A64}"/>
              </a:ext>
            </a:extLst>
          </p:cNvPr>
          <p:cNvSpPr>
            <a:spLocks noGrp="1"/>
          </p:cNvSpPr>
          <p:nvPr>
            <p:ph type="pic" sz="quarter" idx="11"/>
          </p:nvPr>
        </p:nvSpPr>
        <p:spPr>
          <a:xfrm>
            <a:off x="813816"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3" name="Picture Placeholder 4">
            <a:extLst>
              <a:ext uri="{FF2B5EF4-FFF2-40B4-BE49-F238E27FC236}">
                <a16:creationId xmlns:a16="http://schemas.microsoft.com/office/drawing/2014/main" id="{2AB57776-502D-C872-42C9-3E3CE4333A21}"/>
              </a:ext>
            </a:extLst>
          </p:cNvPr>
          <p:cNvSpPr>
            <a:spLocks noGrp="1"/>
          </p:cNvSpPr>
          <p:nvPr>
            <p:ph type="pic" sz="quarter" idx="12"/>
          </p:nvPr>
        </p:nvSpPr>
        <p:spPr>
          <a:xfrm>
            <a:off x="3575304"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8C8E3307-DCC6-156B-3901-30E8E5F97F42}"/>
              </a:ext>
            </a:extLst>
          </p:cNvPr>
          <p:cNvSpPr>
            <a:spLocks noGrp="1"/>
          </p:cNvSpPr>
          <p:nvPr>
            <p:ph type="pic" sz="quarter" idx="13"/>
          </p:nvPr>
        </p:nvSpPr>
        <p:spPr>
          <a:xfrm>
            <a:off x="6336792"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7" name="Picture Placeholder 4">
            <a:extLst>
              <a:ext uri="{FF2B5EF4-FFF2-40B4-BE49-F238E27FC236}">
                <a16:creationId xmlns:a16="http://schemas.microsoft.com/office/drawing/2014/main" id="{2297C1E0-0407-DD10-8E51-CDCC6D0EB569}"/>
              </a:ext>
            </a:extLst>
          </p:cNvPr>
          <p:cNvSpPr>
            <a:spLocks noGrp="1"/>
          </p:cNvSpPr>
          <p:nvPr>
            <p:ph type="pic" sz="quarter" idx="14"/>
          </p:nvPr>
        </p:nvSpPr>
        <p:spPr>
          <a:xfrm>
            <a:off x="9089136"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13816"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3575304"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336792"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1" name="Text Placeholder 13">
            <a:extLst>
              <a:ext uri="{FF2B5EF4-FFF2-40B4-BE49-F238E27FC236}">
                <a16:creationId xmlns:a16="http://schemas.microsoft.com/office/drawing/2014/main" id="{C2DFA204-BAD7-7D75-D24E-452D9A532AD5}"/>
              </a:ext>
            </a:extLst>
          </p:cNvPr>
          <p:cNvSpPr>
            <a:spLocks noGrp="1"/>
          </p:cNvSpPr>
          <p:nvPr>
            <p:ph type="body" sz="quarter" idx="18"/>
          </p:nvPr>
        </p:nvSpPr>
        <p:spPr>
          <a:xfrm>
            <a:off x="9089136"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2" name="Title 11">
            <a:extLst>
              <a:ext uri="{FF2B5EF4-FFF2-40B4-BE49-F238E27FC236}">
                <a16:creationId xmlns:a16="http://schemas.microsoft.com/office/drawing/2014/main" id="{4997C2CC-41A2-BC8E-5F1C-6E00E82B39D8}"/>
              </a:ext>
            </a:extLst>
          </p:cNvPr>
          <p:cNvSpPr>
            <a:spLocks noGrp="1"/>
          </p:cNvSpPr>
          <p:nvPr>
            <p:ph type="title"/>
          </p:nvPr>
        </p:nvSpPr>
        <p:spPr>
          <a:xfrm>
            <a:off x="649224" y="492028"/>
            <a:ext cx="10890504" cy="804672"/>
          </a:xfrm>
        </p:spPr>
        <p:txBody>
          <a:bodyPr/>
          <a:lstStyle/>
          <a:p>
            <a:endParaRPr lang="en-US"/>
          </a:p>
        </p:txBody>
      </p:sp>
    </p:spTree>
    <p:extLst>
      <p:ext uri="{BB962C8B-B14F-4D97-AF65-F5344CB8AC3E}">
        <p14:creationId xmlns:p14="http://schemas.microsoft.com/office/powerpoint/2010/main" val="246413253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PROFILE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C96B32D9-F8CD-542A-2195-7D4080183F9E}"/>
              </a:ext>
            </a:extLst>
          </p:cNvPr>
          <p:cNvSpPr>
            <a:spLocks noGrp="1"/>
          </p:cNvSpPr>
          <p:nvPr>
            <p:ph type="pic" sz="quarter" idx="11"/>
          </p:nvPr>
        </p:nvSpPr>
        <p:spPr>
          <a:xfrm>
            <a:off x="1315442"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4" name="Picture Placeholder 4">
            <a:extLst>
              <a:ext uri="{FF2B5EF4-FFF2-40B4-BE49-F238E27FC236}">
                <a16:creationId xmlns:a16="http://schemas.microsoft.com/office/drawing/2014/main" id="{7004F6B9-BCB9-ED24-F5EE-BBBA9CECD9F8}"/>
              </a:ext>
            </a:extLst>
          </p:cNvPr>
          <p:cNvSpPr>
            <a:spLocks noGrp="1"/>
          </p:cNvSpPr>
          <p:nvPr>
            <p:ph type="pic" sz="quarter" idx="12"/>
          </p:nvPr>
        </p:nvSpPr>
        <p:spPr>
          <a:xfrm>
            <a:off x="3897379"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3B4A5297-598E-E3C8-0A95-51540BC3D260}"/>
              </a:ext>
            </a:extLst>
          </p:cNvPr>
          <p:cNvSpPr>
            <a:spLocks noGrp="1"/>
          </p:cNvSpPr>
          <p:nvPr>
            <p:ph type="pic" sz="quarter" idx="13"/>
          </p:nvPr>
        </p:nvSpPr>
        <p:spPr>
          <a:xfrm>
            <a:off x="6479316"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7" name="Picture Placeholder 4">
            <a:extLst>
              <a:ext uri="{FF2B5EF4-FFF2-40B4-BE49-F238E27FC236}">
                <a16:creationId xmlns:a16="http://schemas.microsoft.com/office/drawing/2014/main" id="{E7B78071-5E94-8078-4AD2-0AE8834DEAB9}"/>
              </a:ext>
            </a:extLst>
          </p:cNvPr>
          <p:cNvSpPr>
            <a:spLocks noGrp="1"/>
          </p:cNvSpPr>
          <p:nvPr>
            <p:ph type="pic" sz="quarter" idx="14"/>
          </p:nvPr>
        </p:nvSpPr>
        <p:spPr>
          <a:xfrm>
            <a:off x="9061254"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A0A893A3-72C6-A8CF-AB7E-ED43F26A18DB}"/>
              </a:ext>
            </a:extLst>
          </p:cNvPr>
          <p:cNvSpPr>
            <a:spLocks noGrp="1"/>
          </p:cNvSpPr>
          <p:nvPr>
            <p:ph type="body" sz="quarter" idx="15" hasCustomPrompt="1"/>
          </p:nvPr>
        </p:nvSpPr>
        <p:spPr>
          <a:xfrm>
            <a:off x="852727"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hasCustomPrompt="1"/>
          </p:nvPr>
        </p:nvSpPr>
        <p:spPr>
          <a:xfrm>
            <a:off x="852727"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16" name="Text Placeholder 13">
            <a:extLst>
              <a:ext uri="{FF2B5EF4-FFF2-40B4-BE49-F238E27FC236}">
                <a16:creationId xmlns:a16="http://schemas.microsoft.com/office/drawing/2014/main" id="{58854FFC-2A65-06A1-12DD-C2777EFB103C}"/>
              </a:ext>
            </a:extLst>
          </p:cNvPr>
          <p:cNvSpPr>
            <a:spLocks noGrp="1"/>
          </p:cNvSpPr>
          <p:nvPr>
            <p:ph type="body" sz="quarter" idx="17" hasCustomPrompt="1"/>
          </p:nvPr>
        </p:nvSpPr>
        <p:spPr>
          <a:xfrm>
            <a:off x="3434664"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hasCustomPrompt="1"/>
          </p:nvPr>
        </p:nvSpPr>
        <p:spPr>
          <a:xfrm>
            <a:off x="3434664"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18" name="Text Placeholder 13">
            <a:extLst>
              <a:ext uri="{FF2B5EF4-FFF2-40B4-BE49-F238E27FC236}">
                <a16:creationId xmlns:a16="http://schemas.microsoft.com/office/drawing/2014/main" id="{42F73FA2-C232-05D4-4B8C-ACE371E4B843}"/>
              </a:ext>
            </a:extLst>
          </p:cNvPr>
          <p:cNvSpPr>
            <a:spLocks noGrp="1"/>
          </p:cNvSpPr>
          <p:nvPr>
            <p:ph type="body" sz="quarter" idx="19" hasCustomPrompt="1"/>
          </p:nvPr>
        </p:nvSpPr>
        <p:spPr>
          <a:xfrm>
            <a:off x="6016601"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9" name="Text Placeholder 13">
            <a:extLst>
              <a:ext uri="{FF2B5EF4-FFF2-40B4-BE49-F238E27FC236}">
                <a16:creationId xmlns:a16="http://schemas.microsoft.com/office/drawing/2014/main" id="{3A5DBFD9-96F8-94D0-529B-2B5E24342EA7}"/>
              </a:ext>
            </a:extLst>
          </p:cNvPr>
          <p:cNvSpPr>
            <a:spLocks noGrp="1"/>
          </p:cNvSpPr>
          <p:nvPr>
            <p:ph type="body" sz="quarter" idx="20" hasCustomPrompt="1"/>
          </p:nvPr>
        </p:nvSpPr>
        <p:spPr>
          <a:xfrm>
            <a:off x="6016601"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20" name="Text Placeholder 13">
            <a:extLst>
              <a:ext uri="{FF2B5EF4-FFF2-40B4-BE49-F238E27FC236}">
                <a16:creationId xmlns:a16="http://schemas.microsoft.com/office/drawing/2014/main" id="{6DBE7ACC-CAA4-1F8B-5784-8A7C4DB08D46}"/>
              </a:ext>
            </a:extLst>
          </p:cNvPr>
          <p:cNvSpPr>
            <a:spLocks noGrp="1"/>
          </p:cNvSpPr>
          <p:nvPr>
            <p:ph type="body" sz="quarter" idx="21" hasCustomPrompt="1"/>
          </p:nvPr>
        </p:nvSpPr>
        <p:spPr>
          <a:xfrm>
            <a:off x="8598539"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21" name="Text Placeholder 13">
            <a:extLst>
              <a:ext uri="{FF2B5EF4-FFF2-40B4-BE49-F238E27FC236}">
                <a16:creationId xmlns:a16="http://schemas.microsoft.com/office/drawing/2014/main" id="{A71A8F6A-A550-86DB-BEF7-D9A808A01C43}"/>
              </a:ext>
            </a:extLst>
          </p:cNvPr>
          <p:cNvSpPr>
            <a:spLocks noGrp="1"/>
          </p:cNvSpPr>
          <p:nvPr>
            <p:ph type="body" sz="quarter" idx="22" hasCustomPrompt="1"/>
          </p:nvPr>
        </p:nvSpPr>
        <p:spPr>
          <a:xfrm>
            <a:off x="8598539"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Tree>
    <p:extLst>
      <p:ext uri="{BB962C8B-B14F-4D97-AF65-F5344CB8AC3E}">
        <p14:creationId xmlns:p14="http://schemas.microsoft.com/office/powerpoint/2010/main" val="206883682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1-FULL PIC">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C54E264-2E68-0859-A429-BDAC7C8826B9}"/>
              </a:ext>
            </a:extLst>
          </p:cNvPr>
          <p:cNvSpPr>
            <a:spLocks noGrp="1"/>
          </p:cNvSpPr>
          <p:nvPr>
            <p:ph type="pic" idx="1"/>
          </p:nvPr>
        </p:nvSpPr>
        <p:spPr>
          <a:xfrm>
            <a:off x="0" y="0"/>
            <a:ext cx="12191999" cy="6858000"/>
          </a:xfrm>
          <a:solidFill>
            <a:srgbClr val="A5EFBF">
              <a:alpha val="49884"/>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7" name="Slide Number Placeholder 6">
            <a:extLst>
              <a:ext uri="{FF2B5EF4-FFF2-40B4-BE49-F238E27FC236}">
                <a16:creationId xmlns:a16="http://schemas.microsoft.com/office/drawing/2014/main" id="{5CEA0256-834D-1158-7BFE-3BB66AB3ACD8}"/>
              </a:ext>
            </a:extLst>
          </p:cNvPr>
          <p:cNvSpPr>
            <a:spLocks noGrp="1"/>
          </p:cNvSpPr>
          <p:nvPr>
            <p:ph type="sldNum" sz="quarter" idx="12"/>
          </p:nvPr>
        </p:nvSpPr>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260507036"/>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type="blank" preserve="1">
  <p:cSld name="LOGO">
    <p:spTree>
      <p:nvGrpSpPr>
        <p:cNvPr id="1" name=""/>
        <p:cNvGrpSpPr/>
        <p:nvPr/>
      </p:nvGrpSpPr>
      <p:grpSpPr>
        <a:xfrm>
          <a:off x="0" y="0"/>
          <a:ext cx="0" cy="0"/>
          <a:chOff x="0" y="0"/>
          <a:chExt cx="0" cy="0"/>
        </a:xfrm>
      </p:grpSpPr>
      <p:pic>
        <p:nvPicPr>
          <p:cNvPr id="11" name="Picture 10" descr="A blue and grey square  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2" name="Graphic 1">
            <a:extLst>
              <a:ext uri="{FF2B5EF4-FFF2-40B4-BE49-F238E27FC236}">
                <a16:creationId xmlns:a16="http://schemas.microsoft.com/office/drawing/2014/main" id="{8F53EAEA-39FB-5B87-7263-2C114FEFF040}"/>
              </a:ext>
            </a:extLst>
          </p:cNvPr>
          <p:cNvPicPr>
            <a:picLocks noChangeAspect="1"/>
          </p:cNvPicPr>
          <p:nvPr userDrawn="1"/>
        </p:nvPicPr>
        <p:blipFill>
          <a:blip r:embed="rId3"/>
          <a:srcRect/>
          <a:stretch/>
        </p:blipFill>
        <p:spPr>
          <a:xfrm>
            <a:off x="4856245" y="2183735"/>
            <a:ext cx="2479509" cy="2490530"/>
          </a:xfrm>
          <a:prstGeom prst="rect">
            <a:avLst/>
          </a:prstGeom>
          <a:effectLst/>
        </p:spPr>
      </p:pic>
    </p:spTree>
    <p:extLst>
      <p:ext uri="{BB962C8B-B14F-4D97-AF65-F5344CB8AC3E}">
        <p14:creationId xmlns:p14="http://schemas.microsoft.com/office/powerpoint/2010/main" val="106998303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type="blank" preserve="1">
  <p:cSld name="1_LOGO">
    <p:spTree>
      <p:nvGrpSpPr>
        <p:cNvPr id="1" name=""/>
        <p:cNvGrpSpPr/>
        <p:nvPr/>
      </p:nvGrpSpPr>
      <p:grpSpPr>
        <a:xfrm>
          <a:off x="0" y="0"/>
          <a:ext cx="0" cy="0"/>
          <a:chOff x="0" y="0"/>
          <a:chExt cx="0" cy="0"/>
        </a:xfrm>
      </p:grpSpPr>
      <p:pic>
        <p:nvPicPr>
          <p:cNvPr id="11" name="Picture 10" descr="A blue and grey square  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4" name="Picture 3" descr="A blue and black logo  AI-generated content may be incorrect.">
            <a:extLst>
              <a:ext uri="{FF2B5EF4-FFF2-40B4-BE49-F238E27FC236}">
                <a16:creationId xmlns:a16="http://schemas.microsoft.com/office/drawing/2014/main" id="{998306C0-7B5B-AB98-EC2E-C89EC1D1A8F9}"/>
              </a:ext>
            </a:extLst>
          </p:cNvPr>
          <p:cNvPicPr>
            <a:picLocks noChangeAspect="1"/>
          </p:cNvPicPr>
          <p:nvPr userDrawn="1"/>
        </p:nvPicPr>
        <p:blipFill>
          <a:blip r:embed="rId3"/>
          <a:stretch>
            <a:fillRect/>
          </a:stretch>
        </p:blipFill>
        <p:spPr>
          <a:xfrm>
            <a:off x="2919977" y="2624326"/>
            <a:ext cx="6352045" cy="1609347"/>
          </a:xfrm>
          <a:prstGeom prst="rect">
            <a:avLst/>
          </a:prstGeom>
        </p:spPr>
      </p:pic>
    </p:spTree>
    <p:extLst>
      <p:ext uri="{BB962C8B-B14F-4D97-AF65-F5344CB8AC3E}">
        <p14:creationId xmlns:p14="http://schemas.microsoft.com/office/powerpoint/2010/main" val="81178021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FD5C82-2B6A-9AA6-4865-DCCB468D4BC5}"/>
              </a:ext>
            </a:extLst>
          </p:cNvPr>
          <p:cNvSpPr>
            <a:spLocks noGrp="1"/>
          </p:cNvSpPr>
          <p:nvPr>
            <p:ph type="sldNum" sz="quarter" idx="10"/>
          </p:nvPr>
        </p:nvSpPr>
        <p:spPr/>
        <p:txBody>
          <a:bodyPr/>
          <a:lstStyle/>
          <a:p>
            <a:fld id="{A1371F83-EA4D-3B47-99B9-95D90583DC1D}" type="slidenum">
              <a:rPr lang="en-US" smtClean="0"/>
              <a:pPr/>
              <a:t>‹#›</a:t>
            </a:fld>
            <a:endParaRPr lang="en-US"/>
          </a:p>
        </p:txBody>
      </p:sp>
    </p:spTree>
    <p:extLst>
      <p:ext uri="{BB962C8B-B14F-4D97-AF65-F5344CB8AC3E}">
        <p14:creationId xmlns:p14="http://schemas.microsoft.com/office/powerpoint/2010/main" val="5460925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F15485F8-9E68-60E9-6BC9-9B7F6C1A3D7F}"/>
              </a:ext>
            </a:extLst>
          </p:cNvPr>
          <p:cNvSpPr>
            <a:spLocks noGrp="1"/>
          </p:cNvSpPr>
          <p:nvPr>
            <p:ph type="body" sz="quarter" idx="13" hasCustomPrompt="1"/>
          </p:nvPr>
        </p:nvSpPr>
        <p:spPr>
          <a:xfrm>
            <a:off x="393350" y="850392"/>
            <a:ext cx="11405302" cy="558800"/>
          </a:xfrm>
          <a:prstGeom prst="rect">
            <a:avLst/>
          </a:prstGeom>
        </p:spPr>
        <p:txBody>
          <a:bodyPr lIns="0" tIns="0" rIns="0" bIns="0"/>
          <a:lstStyle>
            <a:lvl1pPr marL="0" indent="0">
              <a:buFontTx/>
              <a:buNone/>
              <a:defRPr sz="2800">
                <a:solidFill>
                  <a:srgbClr val="2E86AF"/>
                </a:solidFill>
                <a:latin typeface="Effra Pro" panose="020B0603020203020204" pitchFamily="34" charset="0"/>
              </a:defRPr>
            </a:lvl1pPr>
          </a:lstStyle>
          <a:p>
            <a:pPr lvl="0"/>
            <a:r>
              <a:rPr lang="en-US"/>
              <a:t>Sub headline (Effra Pro font size 28)</a:t>
            </a:r>
          </a:p>
        </p:txBody>
      </p:sp>
      <p:sp>
        <p:nvSpPr>
          <p:cNvPr id="9" name="Text Placeholder 4">
            <a:extLst>
              <a:ext uri="{FF2B5EF4-FFF2-40B4-BE49-F238E27FC236}">
                <a16:creationId xmlns:a16="http://schemas.microsoft.com/office/drawing/2014/main" id="{D1702492-ECB9-C99D-17F0-C5C3BE0BBEB3}"/>
              </a:ext>
            </a:extLst>
          </p:cNvPr>
          <p:cNvSpPr>
            <a:spLocks noGrp="1"/>
          </p:cNvSpPr>
          <p:nvPr>
            <p:ph type="body" sz="quarter" idx="14"/>
          </p:nvPr>
        </p:nvSpPr>
        <p:spPr>
          <a:xfrm>
            <a:off x="393349" y="1560513"/>
            <a:ext cx="5938478" cy="2761230"/>
          </a:xfrm>
          <a:prstGeom prst="rect">
            <a:avLst/>
          </a:prstGeom>
        </p:spPr>
        <p:txBody>
          <a:bodyPr/>
          <a:lstStyle>
            <a:lvl1pPr>
              <a:defRPr sz="2000">
                <a:solidFill>
                  <a:schemeClr val="bg2"/>
                </a:solidFill>
              </a:defRPr>
            </a:lvl1pPr>
            <a:lvl2pPr>
              <a:defRPr sz="2000">
                <a:solidFill>
                  <a:schemeClr val="bg2"/>
                </a:solidFill>
              </a:defRPr>
            </a:lvl2pPr>
            <a:lvl3pPr>
              <a:defRPr sz="1800">
                <a:solidFill>
                  <a:schemeClr val="bg2"/>
                </a:solidFill>
              </a:defRPr>
            </a:lvl3pPr>
            <a:lvl4pPr>
              <a:defRPr sz="1600">
                <a:solidFill>
                  <a:schemeClr val="bg2"/>
                </a:solidFill>
              </a:defRPr>
            </a:lvl4pPr>
            <a:lvl5pP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
            <a:extLst>
              <a:ext uri="{FF2B5EF4-FFF2-40B4-BE49-F238E27FC236}">
                <a16:creationId xmlns:a16="http://schemas.microsoft.com/office/drawing/2014/main" id="{068AFAD1-74BD-2231-701D-CCA497B9D0AC}"/>
              </a:ext>
            </a:extLst>
          </p:cNvPr>
          <p:cNvSpPr>
            <a:spLocks noGrp="1"/>
          </p:cNvSpPr>
          <p:nvPr>
            <p:ph type="title" hasCustomPrompt="1"/>
          </p:nvPr>
        </p:nvSpPr>
        <p:spPr>
          <a:xfrm>
            <a:off x="393349" y="181536"/>
            <a:ext cx="11392252" cy="682752"/>
          </a:xfrm>
          <a:prstGeom prst="rect">
            <a:avLst/>
          </a:prstGeom>
        </p:spPr>
        <p:txBody>
          <a:bodyPr lIns="0" tIns="0" rIns="0" bIns="0"/>
          <a:lstStyle>
            <a:lvl1pPr>
              <a:defRPr sz="3200"/>
            </a:lvl1pPr>
          </a:lstStyle>
          <a:p>
            <a:r>
              <a:rPr lang="en-US"/>
              <a:t xml:space="preserve">Main headline 6 words or less (Alda Pro font size 32) </a:t>
            </a:r>
          </a:p>
        </p:txBody>
      </p:sp>
    </p:spTree>
    <p:extLst>
      <p:ext uri="{BB962C8B-B14F-4D97-AF65-F5344CB8AC3E}">
        <p14:creationId xmlns:p14="http://schemas.microsoft.com/office/powerpoint/2010/main" val="34368314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Webinar/Event Layout 2 headsho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FDB92-AB9D-4418-6216-59EE5F676AE4}"/>
              </a:ext>
            </a:extLst>
          </p:cNvPr>
          <p:cNvSpPr>
            <a:spLocks noGrp="1"/>
          </p:cNvSpPr>
          <p:nvPr>
            <p:ph type="title" hasCustomPrompt="1"/>
          </p:nvPr>
        </p:nvSpPr>
        <p:spPr>
          <a:xfrm>
            <a:off x="393349" y="181536"/>
            <a:ext cx="11392252" cy="682752"/>
          </a:xfrm>
          <a:prstGeom prst="rect">
            <a:avLst/>
          </a:prstGeom>
        </p:spPr>
        <p:txBody>
          <a:bodyPr/>
          <a:lstStyle>
            <a:lvl1pPr>
              <a:defRPr sz="3200"/>
            </a:lvl1pPr>
          </a:lstStyle>
          <a:p>
            <a:r>
              <a:rPr lang="en-US"/>
              <a:t>Add in event or webinar title</a:t>
            </a:r>
          </a:p>
        </p:txBody>
      </p:sp>
      <p:sp>
        <p:nvSpPr>
          <p:cNvPr id="3" name="Text Placeholder 7">
            <a:extLst>
              <a:ext uri="{FF2B5EF4-FFF2-40B4-BE49-F238E27FC236}">
                <a16:creationId xmlns:a16="http://schemas.microsoft.com/office/drawing/2014/main" id="{BE10FE7A-E00A-3D90-5D24-0526DDFBAB55}"/>
              </a:ext>
            </a:extLst>
          </p:cNvPr>
          <p:cNvSpPr>
            <a:spLocks noGrp="1"/>
          </p:cNvSpPr>
          <p:nvPr>
            <p:ph type="body" sz="quarter" idx="13" hasCustomPrompt="1"/>
          </p:nvPr>
        </p:nvSpPr>
        <p:spPr>
          <a:xfrm>
            <a:off x="393349" y="775858"/>
            <a:ext cx="11520487" cy="558800"/>
          </a:xfrm>
          <a:prstGeom prst="rect">
            <a:avLst/>
          </a:prstGeom>
        </p:spPr>
        <p:txBody>
          <a:bodyPr/>
          <a:lstStyle>
            <a:lvl1pPr marL="0" indent="0">
              <a:buFontTx/>
              <a:buNone/>
              <a:defRPr sz="2800">
                <a:solidFill>
                  <a:srgbClr val="2E86AF"/>
                </a:solidFill>
                <a:latin typeface="Effra Pro" panose="020B0603020203020204" pitchFamily="34" charset="0"/>
              </a:defRPr>
            </a:lvl1pPr>
          </a:lstStyle>
          <a:p>
            <a:pPr lvl="0"/>
            <a:r>
              <a:rPr lang="en-US"/>
              <a:t>Month day, year and time ET of the event goes here</a:t>
            </a:r>
          </a:p>
        </p:txBody>
      </p:sp>
      <p:sp>
        <p:nvSpPr>
          <p:cNvPr id="4" name="Text Placeholder 4">
            <a:extLst>
              <a:ext uri="{FF2B5EF4-FFF2-40B4-BE49-F238E27FC236}">
                <a16:creationId xmlns:a16="http://schemas.microsoft.com/office/drawing/2014/main" id="{A5E1522F-5BA1-E933-7822-5CBA84429D67}"/>
              </a:ext>
            </a:extLst>
          </p:cNvPr>
          <p:cNvSpPr>
            <a:spLocks noGrp="1"/>
          </p:cNvSpPr>
          <p:nvPr>
            <p:ph type="body" sz="quarter" idx="14" hasCustomPrompt="1"/>
          </p:nvPr>
        </p:nvSpPr>
        <p:spPr>
          <a:xfrm>
            <a:off x="393349" y="1674813"/>
            <a:ext cx="5471120" cy="2791679"/>
          </a:xfrm>
          <a:prstGeom prst="rect">
            <a:avLst/>
          </a:prstGeom>
        </p:spPr>
        <p:txBody>
          <a:bodyPr/>
          <a:lstStyle>
            <a:lvl1pPr marL="0" indent="0">
              <a:buFont typeface="Arial" panose="020B0604020202020204" pitchFamily="34" charset="0"/>
              <a:buNone/>
              <a:defRPr sz="2000">
                <a:solidFill>
                  <a:schemeClr val="bg2"/>
                </a:solidFill>
              </a:defRPr>
            </a:lvl1pPr>
            <a:lvl2pPr marL="914377" indent="-304792">
              <a:buFont typeface="Arial" panose="020B0604020202020204" pitchFamily="34" charset="0"/>
              <a:buChar char="•"/>
              <a:defRPr sz="1600">
                <a:solidFill>
                  <a:schemeClr val="bg2"/>
                </a:solidFill>
              </a:defRPr>
            </a:lvl2pPr>
            <a:lvl3pPr>
              <a:defRPr sz="2000">
                <a:solidFill>
                  <a:schemeClr val="bg2"/>
                </a:solidFill>
              </a:defRPr>
            </a:lvl3pPr>
            <a:lvl4pPr>
              <a:defRPr sz="1800">
                <a:solidFill>
                  <a:schemeClr val="bg2"/>
                </a:solidFill>
              </a:defRPr>
            </a:lvl4pPr>
            <a:lvl5pPr>
              <a:defRPr sz="1800">
                <a:solidFill>
                  <a:schemeClr val="bg2"/>
                </a:solidFill>
              </a:defRPr>
            </a:lvl5pPr>
          </a:lstStyle>
          <a:p>
            <a:pPr lvl="0"/>
            <a:r>
              <a:rPr lang="en-US"/>
              <a:t xml:space="preserve">Briefly describe the event or webinar. </a:t>
            </a:r>
            <a:br>
              <a:rPr lang="en-US"/>
            </a:br>
            <a:r>
              <a:rPr lang="en-US"/>
              <a:t>Share some (2-3 benefits or things that will be highlighted below.)</a:t>
            </a:r>
          </a:p>
          <a:p>
            <a:pPr lvl="0"/>
            <a:r>
              <a:rPr lang="en-US" b="1" u="sng">
                <a:solidFill>
                  <a:schemeClr val="bg2"/>
                </a:solidFill>
                <a:latin typeface="Effra Pro" panose="020B0603020203020204" pitchFamily="34" charset="0"/>
              </a:rPr>
              <a:t>Benefits</a:t>
            </a:r>
          </a:p>
          <a:p>
            <a:pPr marL="742950" lvl="1" indent="-285750">
              <a:buFont typeface="Arial" panose="020B0604020202020204" pitchFamily="34" charset="0"/>
              <a:buChar char="•"/>
            </a:pPr>
            <a:r>
              <a:rPr lang="en-US">
                <a:solidFill>
                  <a:schemeClr val="bg2"/>
                </a:solidFill>
                <a:latin typeface="Effra Pro" panose="020B0603020203020204" pitchFamily="34" charset="0"/>
              </a:rPr>
              <a:t>Benefit one</a:t>
            </a:r>
          </a:p>
          <a:p>
            <a:pPr marL="742950" lvl="1" indent="-285750">
              <a:buFont typeface="Arial" panose="020B0604020202020204" pitchFamily="34" charset="0"/>
              <a:buChar char="•"/>
            </a:pPr>
            <a:r>
              <a:rPr lang="en-US">
                <a:solidFill>
                  <a:schemeClr val="bg2"/>
                </a:solidFill>
                <a:latin typeface="Effra Pro" panose="020B0603020203020204" pitchFamily="34" charset="0"/>
              </a:rPr>
              <a:t>Benefit two</a:t>
            </a:r>
          </a:p>
          <a:p>
            <a:pPr marL="742950" lvl="1" indent="-285750">
              <a:buFont typeface="Arial" panose="020B0604020202020204" pitchFamily="34" charset="0"/>
              <a:buChar char="•"/>
            </a:pPr>
            <a:r>
              <a:rPr lang="en-US">
                <a:solidFill>
                  <a:schemeClr val="bg2"/>
                </a:solidFill>
                <a:latin typeface="Effra Pro" panose="020B0603020203020204" pitchFamily="34" charset="0"/>
              </a:rPr>
              <a:t xml:space="preserve">Benefit three </a:t>
            </a:r>
          </a:p>
          <a:p>
            <a:pPr lvl="0"/>
            <a:br>
              <a:rPr lang="en-US"/>
            </a:br>
            <a:r>
              <a:rPr lang="en-US"/>
              <a:t xml:space="preserve">	</a:t>
            </a:r>
          </a:p>
        </p:txBody>
      </p:sp>
    </p:spTree>
    <p:extLst>
      <p:ext uri="{BB962C8B-B14F-4D97-AF65-F5344CB8AC3E}">
        <p14:creationId xmlns:p14="http://schemas.microsoft.com/office/powerpoint/2010/main" val="537563842"/>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8B75A9B-B3DF-4E82-DCCD-EBC806BB84DF}"/>
              </a:ext>
            </a:extLst>
          </p:cNvPr>
          <p:cNvSpPr>
            <a:spLocks noGrp="1"/>
          </p:cNvSpPr>
          <p:nvPr>
            <p:ph type="title" hasCustomPrompt="1"/>
          </p:nvPr>
        </p:nvSpPr>
        <p:spPr>
          <a:xfrm>
            <a:off x="393349" y="181536"/>
            <a:ext cx="11392252" cy="682752"/>
          </a:xfrm>
          <a:prstGeom prst="rect">
            <a:avLst/>
          </a:prstGeom>
        </p:spPr>
        <p:txBody>
          <a:bodyPr/>
          <a:lstStyle>
            <a:lvl1pPr>
              <a:defRPr sz="3200"/>
            </a:lvl1pPr>
          </a:lstStyle>
          <a:p>
            <a:r>
              <a:rPr lang="en-US"/>
              <a:t xml:space="preserve">Main headline 6 words or less (Aldo Pro font size 32) </a:t>
            </a:r>
          </a:p>
        </p:txBody>
      </p:sp>
      <p:sp>
        <p:nvSpPr>
          <p:cNvPr id="4" name="Text Placeholder 7">
            <a:extLst>
              <a:ext uri="{FF2B5EF4-FFF2-40B4-BE49-F238E27FC236}">
                <a16:creationId xmlns:a16="http://schemas.microsoft.com/office/drawing/2014/main" id="{59976597-673F-23E0-5762-7820B1E50AB7}"/>
              </a:ext>
            </a:extLst>
          </p:cNvPr>
          <p:cNvSpPr>
            <a:spLocks noGrp="1"/>
          </p:cNvSpPr>
          <p:nvPr>
            <p:ph type="body" sz="quarter" idx="13" hasCustomPrompt="1"/>
          </p:nvPr>
        </p:nvSpPr>
        <p:spPr>
          <a:xfrm>
            <a:off x="393349" y="849214"/>
            <a:ext cx="11520487" cy="558800"/>
          </a:xfrm>
          <a:prstGeom prst="rect">
            <a:avLst/>
          </a:prstGeom>
        </p:spPr>
        <p:txBody>
          <a:bodyPr/>
          <a:lstStyle>
            <a:lvl1pPr marL="0" indent="0">
              <a:buFontTx/>
              <a:buNone/>
              <a:defRPr sz="2800">
                <a:solidFill>
                  <a:srgbClr val="2E86AF"/>
                </a:solidFill>
                <a:latin typeface="Effra Pro" panose="020B0603020203020204" pitchFamily="34" charset="0"/>
              </a:defRPr>
            </a:lvl1pPr>
          </a:lstStyle>
          <a:p>
            <a:pPr lvl="0"/>
            <a:r>
              <a:rPr lang="en-US"/>
              <a:t>Sub headline (Effra Pro font size 28)</a:t>
            </a:r>
          </a:p>
        </p:txBody>
      </p:sp>
    </p:spTree>
    <p:extLst>
      <p:ext uri="{BB962C8B-B14F-4D97-AF65-F5344CB8AC3E}">
        <p14:creationId xmlns:p14="http://schemas.microsoft.com/office/powerpoint/2010/main" val="301968140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Only White Bkg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9"/>
          <p:cNvSpPr>
            <a:spLocks noGrp="1"/>
          </p:cNvSpPr>
          <p:nvPr>
            <p:ph type="sldNum" sz="quarter" idx="4"/>
          </p:nvPr>
        </p:nvSpPr>
        <p:spPr>
          <a:xfrm>
            <a:off x="11520115" y="6367265"/>
            <a:ext cx="304800" cy="205184"/>
          </a:xfrm>
          <a:prstGeom prst="rect">
            <a:avLst/>
          </a:prstGeom>
        </p:spPr>
        <p:txBody>
          <a:bodyPr vert="horz" wrap="square" lIns="0" tIns="0" rIns="0" bIns="0" rtlCol="0" anchor="ctr">
            <a:spAutoFit/>
          </a:bodyPr>
          <a:lstStyle>
            <a:lvl1pPr algn="ctr" fontAlgn="auto">
              <a:spcBef>
                <a:spcPts val="0"/>
              </a:spcBef>
              <a:spcAft>
                <a:spcPts val="0"/>
              </a:spcAft>
              <a:defRPr sz="1333" smtClean="0">
                <a:solidFill>
                  <a:schemeClr val="tx1"/>
                </a:solidFill>
                <a:latin typeface="+mn-lt"/>
              </a:defRPr>
            </a:lvl1pPr>
          </a:lstStyle>
          <a:p>
            <a:pPr>
              <a:defRPr/>
            </a:pPr>
            <a:fld id="{2EDAC284-59FC-4EEB-A7F8-63017E0BC0CE}" type="slidenum">
              <a:rPr lang="en-US" smtClean="0"/>
              <a:pPr>
                <a:defRPr/>
              </a:pPr>
              <a:t>‹#›</a:t>
            </a:fld>
            <a:endParaRPr lang="en-US"/>
          </a:p>
        </p:txBody>
      </p:sp>
      <p:sp>
        <p:nvSpPr>
          <p:cNvPr id="9" name="Text Placeholder 4"/>
          <p:cNvSpPr>
            <a:spLocks noGrp="1"/>
          </p:cNvSpPr>
          <p:nvPr>
            <p:ph type="body" sz="quarter" idx="11"/>
          </p:nvPr>
        </p:nvSpPr>
        <p:spPr>
          <a:xfrm>
            <a:off x="390144" y="792481"/>
            <a:ext cx="11379200" cy="893233"/>
          </a:xfrm>
        </p:spPr>
        <p:txBody>
          <a:bodyPr/>
          <a:lstStyle>
            <a:lvl1pPr marL="0" indent="0">
              <a:buNone/>
              <a:defRPr>
                <a:solidFill>
                  <a:schemeClr val="bg2"/>
                </a:solidFill>
                <a:latin typeface="+mj-lt"/>
              </a:defRPr>
            </a:lvl1pPr>
            <a:lvl2pPr marL="609585" indent="0">
              <a:buNone/>
              <a:defRPr/>
            </a:lvl2pPr>
          </a:lstStyle>
          <a:p>
            <a:pPr lvl="0"/>
            <a:r>
              <a:rPr lang="en-US"/>
              <a:t>Click to edit Master text styles</a:t>
            </a:r>
          </a:p>
        </p:txBody>
      </p:sp>
    </p:spTree>
    <p:extLst>
      <p:ext uri="{BB962C8B-B14F-4D97-AF65-F5344CB8AC3E}">
        <p14:creationId xmlns:p14="http://schemas.microsoft.com/office/powerpoint/2010/main" val="225550841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Titles Only Light Blue">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711748" cy="737704"/>
          </a:xfrm>
        </p:spPr>
        <p:txBody>
          <a:bodyPr/>
          <a:lstStyle>
            <a:lvl1pPr>
              <a:defRPr>
                <a:solidFill>
                  <a:srgbClr val="0A3C53"/>
                </a:solidFill>
              </a:defRPr>
            </a:lvl1pPr>
          </a:lstStyle>
          <a:p>
            <a:r>
              <a:rPr lang="en-US"/>
              <a:t>Click to edit Master title style</a:t>
            </a:r>
          </a:p>
        </p:txBody>
      </p:sp>
      <p:sp>
        <p:nvSpPr>
          <p:cNvPr id="5" name="Text Placeholder 4"/>
          <p:cNvSpPr>
            <a:spLocks noGrp="1"/>
          </p:cNvSpPr>
          <p:nvPr>
            <p:ph type="body" sz="quarter" idx="11"/>
          </p:nvPr>
        </p:nvSpPr>
        <p:spPr>
          <a:xfrm>
            <a:off x="390144" y="920584"/>
            <a:ext cx="11408497" cy="739344"/>
          </a:xfrm>
        </p:spPr>
        <p:txBody>
          <a:bodyPr/>
          <a:lstStyle>
            <a:lvl1pPr marL="0" indent="0">
              <a:buNone/>
              <a:defRPr>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sp>
        <p:nvSpPr>
          <p:cNvPr id="8" name="TextBox 7">
            <a:extLst>
              <a:ext uri="{FF2B5EF4-FFF2-40B4-BE49-F238E27FC236}">
                <a16:creationId xmlns:a16="http://schemas.microsoft.com/office/drawing/2014/main" id="{5858C8BA-0269-938C-602B-D7EB8F16A3B9}"/>
              </a:ext>
            </a:extLst>
          </p:cNvPr>
          <p:cNvSpPr txBox="1"/>
          <p:nvPr userDrawn="1"/>
        </p:nvSpPr>
        <p:spPr>
          <a:xfrm>
            <a:off x="6451386" y="6574485"/>
            <a:ext cx="4889500" cy="138499"/>
          </a:xfrm>
          <a:prstGeom prst="rect">
            <a:avLst/>
          </a:prstGeom>
          <a:noFill/>
        </p:spPr>
        <p:txBody>
          <a:bodyPr wrap="square" lIns="0" tIns="0" rIns="0" bIns="0" rtlCol="0">
            <a:spAutoFit/>
          </a:bodyPr>
          <a:lstStyle/>
          <a:p>
            <a:pPr algn="r"/>
            <a:r>
              <a:rPr lang="en-US" sz="900">
                <a:solidFill>
                  <a:srgbClr val="0A3C53"/>
                </a:solidFill>
                <a:latin typeface="Effra Pro" panose="020B0603020203020204" pitchFamily="34" charset="0"/>
              </a:rPr>
              <a:t>For internal use only. Not to be used with the public.</a:t>
            </a:r>
          </a:p>
        </p:txBody>
      </p:sp>
      <p:sp>
        <p:nvSpPr>
          <p:cNvPr id="11" name="Slide Number Placeholder 9">
            <a:extLst>
              <a:ext uri="{FF2B5EF4-FFF2-40B4-BE49-F238E27FC236}">
                <a16:creationId xmlns:a16="http://schemas.microsoft.com/office/drawing/2014/main" id="{75011B78-F9FE-4FE9-05EE-C969AF893A6C}"/>
              </a:ext>
            </a:extLst>
          </p:cNvPr>
          <p:cNvSpPr txBox="1">
            <a:spLocks/>
          </p:cNvSpPr>
          <p:nvPr userDrawn="1"/>
        </p:nvSpPr>
        <p:spPr>
          <a:xfrm>
            <a:off x="11493849" y="6583399"/>
            <a:ext cx="304800" cy="138499"/>
          </a:xfrm>
          <a:prstGeom prst="rect">
            <a:avLst/>
          </a:prstGeom>
        </p:spPr>
        <p:txBody>
          <a:bodyPr vert="horz" wrap="square" lIns="0" tIns="0" rIns="0" bIns="0" rtlCol="0" anchor="ctr">
            <a:spAutoFit/>
          </a:bodyPr>
          <a:lstStyle>
            <a:defPPr>
              <a:defRPr lang="en-US"/>
            </a:defPPr>
            <a:lvl1pPr algn="r" rtl="0" fontAlgn="auto">
              <a:spcBef>
                <a:spcPts val="0"/>
              </a:spcBef>
              <a:spcAft>
                <a:spcPts val="0"/>
              </a:spcAft>
              <a:defRPr sz="750" kern="1200" smtClean="0">
                <a:solidFill>
                  <a:srgbClr val="0A3C53"/>
                </a:solidFill>
                <a:latin typeface="Effra Pro" panose="020B0603020203020204" pitchFamily="34" charset="0"/>
                <a:ea typeface="Geneva" pitchFamily="-109" charset="-128"/>
                <a:cs typeface="+mn-cs"/>
              </a:defRPr>
            </a:lvl1pPr>
            <a:lvl2pPr marL="457146" algn="l" rtl="0" fontAlgn="base">
              <a:spcBef>
                <a:spcPct val="0"/>
              </a:spcBef>
              <a:spcAft>
                <a:spcPct val="0"/>
              </a:spcAft>
              <a:defRPr kern="1200">
                <a:solidFill>
                  <a:schemeClr val="tx1"/>
                </a:solidFill>
                <a:latin typeface="Arial" charset="0"/>
                <a:ea typeface="Geneva" pitchFamily="-109" charset="-128"/>
                <a:cs typeface="+mn-cs"/>
              </a:defRPr>
            </a:lvl2pPr>
            <a:lvl3pPr marL="914293" algn="l" rtl="0" fontAlgn="base">
              <a:spcBef>
                <a:spcPct val="0"/>
              </a:spcBef>
              <a:spcAft>
                <a:spcPct val="0"/>
              </a:spcAft>
              <a:defRPr kern="1200">
                <a:solidFill>
                  <a:schemeClr val="tx1"/>
                </a:solidFill>
                <a:latin typeface="Arial" charset="0"/>
                <a:ea typeface="Geneva" pitchFamily="-109" charset="-128"/>
                <a:cs typeface="+mn-cs"/>
              </a:defRPr>
            </a:lvl3pPr>
            <a:lvl4pPr marL="1371440" algn="l" rtl="0" fontAlgn="base">
              <a:spcBef>
                <a:spcPct val="0"/>
              </a:spcBef>
              <a:spcAft>
                <a:spcPct val="0"/>
              </a:spcAft>
              <a:defRPr kern="1200">
                <a:solidFill>
                  <a:schemeClr val="tx1"/>
                </a:solidFill>
                <a:latin typeface="Arial" charset="0"/>
                <a:ea typeface="Geneva" pitchFamily="-109" charset="-128"/>
                <a:cs typeface="+mn-cs"/>
              </a:defRPr>
            </a:lvl4pPr>
            <a:lvl5pPr marL="1828586" algn="l" rtl="0" fontAlgn="base">
              <a:spcBef>
                <a:spcPct val="0"/>
              </a:spcBef>
              <a:spcAft>
                <a:spcPct val="0"/>
              </a:spcAft>
              <a:defRPr kern="1200">
                <a:solidFill>
                  <a:schemeClr val="tx1"/>
                </a:solidFill>
                <a:latin typeface="Arial" charset="0"/>
                <a:ea typeface="Geneva" pitchFamily="-109" charset="-128"/>
                <a:cs typeface="+mn-cs"/>
              </a:defRPr>
            </a:lvl5pPr>
            <a:lvl6pPr marL="2285733" algn="l" defTabSz="914293" rtl="0" eaLnBrk="1" latinLnBrk="0" hangingPunct="1">
              <a:defRPr kern="1200">
                <a:solidFill>
                  <a:schemeClr val="tx1"/>
                </a:solidFill>
                <a:latin typeface="Arial" charset="0"/>
                <a:ea typeface="Geneva" pitchFamily="-109" charset="-128"/>
                <a:cs typeface="+mn-cs"/>
              </a:defRPr>
            </a:lvl6pPr>
            <a:lvl7pPr marL="2742879" algn="l" defTabSz="914293" rtl="0" eaLnBrk="1" latinLnBrk="0" hangingPunct="1">
              <a:defRPr kern="1200">
                <a:solidFill>
                  <a:schemeClr val="tx1"/>
                </a:solidFill>
                <a:latin typeface="Arial" charset="0"/>
                <a:ea typeface="Geneva" pitchFamily="-109" charset="-128"/>
                <a:cs typeface="+mn-cs"/>
              </a:defRPr>
            </a:lvl7pPr>
            <a:lvl8pPr marL="3200026" algn="l" defTabSz="914293" rtl="0" eaLnBrk="1" latinLnBrk="0" hangingPunct="1">
              <a:defRPr kern="1200">
                <a:solidFill>
                  <a:schemeClr val="tx1"/>
                </a:solidFill>
                <a:latin typeface="Arial" charset="0"/>
                <a:ea typeface="Geneva" pitchFamily="-109" charset="-128"/>
                <a:cs typeface="+mn-cs"/>
              </a:defRPr>
            </a:lvl8pPr>
            <a:lvl9pPr marL="3657172" algn="l" defTabSz="914293" rtl="0" eaLnBrk="1" latinLnBrk="0" hangingPunct="1">
              <a:defRPr kern="1200">
                <a:solidFill>
                  <a:schemeClr val="tx1"/>
                </a:solidFill>
                <a:latin typeface="Arial" charset="0"/>
                <a:ea typeface="Geneva" pitchFamily="-109" charset="-128"/>
                <a:cs typeface="+mn-cs"/>
              </a:defRPr>
            </a:lvl9pPr>
          </a:lstStyle>
          <a:p>
            <a:pPr>
              <a:defRPr/>
            </a:pPr>
            <a:fld id="{2EDAC284-59FC-4EEB-A7F8-63017E0BC0CE}" type="slidenum">
              <a:rPr lang="en-US" sz="900" smtClean="0"/>
              <a:pPr>
                <a:defRPr/>
              </a:pPr>
              <a:t>‹#›</a:t>
            </a:fld>
            <a:endParaRPr lang="en-US" sz="900"/>
          </a:p>
        </p:txBody>
      </p:sp>
    </p:spTree>
    <p:extLst>
      <p:ext uri="{BB962C8B-B14F-4D97-AF65-F5344CB8AC3E}">
        <p14:creationId xmlns:p14="http://schemas.microsoft.com/office/powerpoint/2010/main" val="1437466296"/>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_rels/slideMaster2.xml.rels><?xml version="1.0" encoding="UTF-8"?><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21" Type="http://schemas.openxmlformats.org/officeDocument/2006/relationships/tags" Target="../tags/tag6.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24" Type="http://schemas.openxmlformats.org/officeDocument/2006/relationships/image" Target="../media/image7.png"/><Relationship Id="rId5" Type="http://schemas.openxmlformats.org/officeDocument/2006/relationships/slideLayout" Target="../slideLayouts/slideLayout24.xml"/><Relationship Id="rId15" Type="http://schemas.openxmlformats.org/officeDocument/2006/relationships/slideLayout" Target="../slideLayouts/slideLayout34.xml"/><Relationship Id="rId23" Type="http://schemas.openxmlformats.org/officeDocument/2006/relationships/image" Target="../media/image6.emf"/><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 Id="rId22" Type="http://schemas.openxmlformats.org/officeDocument/2006/relationships/oleObject" Target="../embeddings/oleObject3.bin"/></Relationships>
</file>

<file path=ppt/slideMasters/_rels/slideMaster3.xml.rels><?xml version="1.0" encoding="UTF-8"?><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26" Type="http://schemas.openxmlformats.org/officeDocument/2006/relationships/oleObject" Target="../embeddings/oleObject4.bin"/><Relationship Id="rId3" Type="http://schemas.openxmlformats.org/officeDocument/2006/relationships/slideLayout" Target="../slideLayouts/slideLayout41.xml"/><Relationship Id="rId21" Type="http://schemas.openxmlformats.org/officeDocument/2006/relationships/slideLayout" Target="../slideLayouts/slideLayout59.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5" Type="http://schemas.openxmlformats.org/officeDocument/2006/relationships/tags" Target="../tags/tag7.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slideLayout" Target="../slideLayouts/slideLayout58.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24" Type="http://schemas.openxmlformats.org/officeDocument/2006/relationships/theme" Target="../theme/theme3.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23" Type="http://schemas.openxmlformats.org/officeDocument/2006/relationships/slideLayout" Target="../slideLayouts/slideLayout61.xml"/><Relationship Id="rId28" Type="http://schemas.openxmlformats.org/officeDocument/2006/relationships/image" Target="../media/image7.png"/><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 Id="rId22" Type="http://schemas.openxmlformats.org/officeDocument/2006/relationships/slideLayout" Target="../slideLayouts/slideLayout60.xml"/><Relationship Id="rId27" Type="http://schemas.openxmlformats.org/officeDocument/2006/relationships/image" Target="../media/image6.emf"/></Relationships>
</file>

<file path=ppt/slideMasters/_rels/slideMaster4.xml.rels><?xml version="1.0" encoding="UTF-8"?><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slideLayout" Target="../slideLayouts/slideLayout74.xml"/><Relationship Id="rId18" Type="http://schemas.openxmlformats.org/officeDocument/2006/relationships/theme" Target="../theme/theme4.xml"/><Relationship Id="rId3" Type="http://schemas.openxmlformats.org/officeDocument/2006/relationships/slideLayout" Target="../slideLayouts/slideLayout64.xml"/><Relationship Id="rId21" Type="http://schemas.openxmlformats.org/officeDocument/2006/relationships/image" Target="../media/image6.emf"/><Relationship Id="rId7" Type="http://schemas.openxmlformats.org/officeDocument/2006/relationships/slideLayout" Target="../slideLayouts/slideLayout68.xml"/><Relationship Id="rId12" Type="http://schemas.openxmlformats.org/officeDocument/2006/relationships/slideLayout" Target="../slideLayouts/slideLayout73.xml"/><Relationship Id="rId17" Type="http://schemas.openxmlformats.org/officeDocument/2006/relationships/slideLayout" Target="../slideLayouts/slideLayout78.xml"/><Relationship Id="rId2" Type="http://schemas.openxmlformats.org/officeDocument/2006/relationships/slideLayout" Target="../slideLayouts/slideLayout63.xml"/><Relationship Id="rId16" Type="http://schemas.openxmlformats.org/officeDocument/2006/relationships/slideLayout" Target="../slideLayouts/slideLayout77.xml"/><Relationship Id="rId20" Type="http://schemas.openxmlformats.org/officeDocument/2006/relationships/oleObject" Target="../embeddings/oleObject5.bin"/><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5" Type="http://schemas.openxmlformats.org/officeDocument/2006/relationships/slideLayout" Target="../slideLayouts/slideLayout76.xml"/><Relationship Id="rId10" Type="http://schemas.openxmlformats.org/officeDocument/2006/relationships/slideLayout" Target="../slideLayouts/slideLayout71.xml"/><Relationship Id="rId19" Type="http://schemas.openxmlformats.org/officeDocument/2006/relationships/tags" Target="../tags/tag8.xml"/><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slideLayout" Target="../slideLayouts/slideLayout75.xml"/><Relationship Id="rId22" Type="http://schemas.openxmlformats.org/officeDocument/2006/relationships/image" Target="../media/image7.png"/></Relationships>
</file>

<file path=ppt/slideMasters/_rels/slideMaster5.xml.rels><?xml version="1.0" encoding="UTF-8"?><Relationships xmlns="http://schemas.openxmlformats.org/package/2006/relationships"><Relationship Id="rId13" Type="http://schemas.openxmlformats.org/officeDocument/2006/relationships/slideLayout" Target="../slideLayouts/slideLayout91.xml"/><Relationship Id="rId18" Type="http://schemas.openxmlformats.org/officeDocument/2006/relationships/slideLayout" Target="../slideLayouts/slideLayout96.xml"/><Relationship Id="rId26" Type="http://schemas.openxmlformats.org/officeDocument/2006/relationships/slideLayout" Target="../slideLayouts/slideLayout104.xml"/><Relationship Id="rId21" Type="http://schemas.openxmlformats.org/officeDocument/2006/relationships/slideLayout" Target="../slideLayouts/slideLayout99.xml"/><Relationship Id="rId34" Type="http://schemas.openxmlformats.org/officeDocument/2006/relationships/image" Target="../media/image28.png"/><Relationship Id="rId7" Type="http://schemas.openxmlformats.org/officeDocument/2006/relationships/slideLayout" Target="../slideLayouts/slideLayout85.xml"/><Relationship Id="rId12" Type="http://schemas.openxmlformats.org/officeDocument/2006/relationships/slideLayout" Target="../slideLayouts/slideLayout90.xml"/><Relationship Id="rId17" Type="http://schemas.openxmlformats.org/officeDocument/2006/relationships/slideLayout" Target="../slideLayouts/slideLayout95.xml"/><Relationship Id="rId25" Type="http://schemas.openxmlformats.org/officeDocument/2006/relationships/slideLayout" Target="../slideLayouts/slideLayout103.xml"/><Relationship Id="rId33" Type="http://schemas.openxmlformats.org/officeDocument/2006/relationships/theme" Target="../theme/theme5.xml"/><Relationship Id="rId2" Type="http://schemas.openxmlformats.org/officeDocument/2006/relationships/slideLayout" Target="../slideLayouts/slideLayout80.xml"/><Relationship Id="rId16" Type="http://schemas.openxmlformats.org/officeDocument/2006/relationships/slideLayout" Target="../slideLayouts/slideLayout94.xml"/><Relationship Id="rId20" Type="http://schemas.openxmlformats.org/officeDocument/2006/relationships/slideLayout" Target="../slideLayouts/slideLayout98.xml"/><Relationship Id="rId29" Type="http://schemas.openxmlformats.org/officeDocument/2006/relationships/slideLayout" Target="../slideLayouts/slideLayout107.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24" Type="http://schemas.openxmlformats.org/officeDocument/2006/relationships/slideLayout" Target="../slideLayouts/slideLayout102.xml"/><Relationship Id="rId32" Type="http://schemas.openxmlformats.org/officeDocument/2006/relationships/slideLayout" Target="../slideLayouts/slideLayout110.xml"/><Relationship Id="rId37" Type="http://schemas.openxmlformats.org/officeDocument/2006/relationships/image" Target="../media/image31.png"/><Relationship Id="rId5" Type="http://schemas.openxmlformats.org/officeDocument/2006/relationships/slideLayout" Target="../slideLayouts/slideLayout83.xml"/><Relationship Id="rId15" Type="http://schemas.openxmlformats.org/officeDocument/2006/relationships/slideLayout" Target="../slideLayouts/slideLayout93.xml"/><Relationship Id="rId23" Type="http://schemas.openxmlformats.org/officeDocument/2006/relationships/slideLayout" Target="../slideLayouts/slideLayout101.xml"/><Relationship Id="rId28" Type="http://schemas.openxmlformats.org/officeDocument/2006/relationships/slideLayout" Target="../slideLayouts/slideLayout106.xml"/><Relationship Id="rId36" Type="http://schemas.openxmlformats.org/officeDocument/2006/relationships/image" Target="../media/image30.emf"/><Relationship Id="rId10" Type="http://schemas.openxmlformats.org/officeDocument/2006/relationships/slideLayout" Target="../slideLayouts/slideLayout88.xml"/><Relationship Id="rId19" Type="http://schemas.openxmlformats.org/officeDocument/2006/relationships/slideLayout" Target="../slideLayouts/slideLayout97.xml"/><Relationship Id="rId31" Type="http://schemas.openxmlformats.org/officeDocument/2006/relationships/slideLayout" Target="../slideLayouts/slideLayout109.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slideLayout" Target="../slideLayouts/slideLayout92.xml"/><Relationship Id="rId22" Type="http://schemas.openxmlformats.org/officeDocument/2006/relationships/slideLayout" Target="../slideLayouts/slideLayout100.xml"/><Relationship Id="rId27" Type="http://schemas.openxmlformats.org/officeDocument/2006/relationships/slideLayout" Target="../slideLayouts/slideLayout105.xml"/><Relationship Id="rId30" Type="http://schemas.openxmlformats.org/officeDocument/2006/relationships/slideLayout" Target="../slideLayouts/slideLayout108.xml"/><Relationship Id="rId35" Type="http://schemas.openxmlformats.org/officeDocument/2006/relationships/image" Target="../media/image29.png"/><Relationship Id="rId8" Type="http://schemas.openxmlformats.org/officeDocument/2006/relationships/slideLayout" Target="../slideLayouts/slideLayout86.xml"/><Relationship Id="rId3"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A1DA51F-9FE4-49B5-B9A4-D7DE111BCAAD}"/>
              </a:ext>
            </a:extLst>
          </p:cNvPr>
          <p:cNvGraphicFramePr>
            <a:graphicFrameLocks noChangeAspect="1"/>
          </p:cNvGraphicFramePr>
          <p:nvPr>
            <p:custDataLst>
              <p:tags r:id="rId21"/>
            </p:custDataLst>
          </p:nvPr>
        </p:nvGraphicFramePr>
        <p:xfrm>
          <a:off x="2118" y="1588"/>
          <a:ext cx="2117" cy="1588"/>
        </p:xfrm>
        <a:graphic>
          <a:graphicData uri="http://schemas.openxmlformats.org/presentationml/2006/ole">
            <mc:AlternateContent xmlns:mc="http://schemas.openxmlformats.org/markup-compatibility/2006">
              <mc:Choice xmlns:v="urn:schemas-microsoft-com:vml" Requires="v">
                <p:oleObj name="think-cell Slide" r:id="rId23" imgW="270" imgH="270" progId="TCLayout.ActiveDocument.1">
                  <p:embed/>
                </p:oleObj>
              </mc:Choice>
              <mc:Fallback>
                <p:oleObj name="think-cell Slide" r:id="rId23" imgW="270" imgH="270" progId="TCLayout.ActiveDocument.1">
                  <p:embed/>
                  <p:pic>
                    <p:nvPicPr>
                      <p:cNvPr id="5" name="Object 4" hidden="1">
                        <a:extLst>
                          <a:ext uri="{FF2B5EF4-FFF2-40B4-BE49-F238E27FC236}">
                            <a16:creationId xmlns:a16="http://schemas.microsoft.com/office/drawing/2014/main" id="{BA1DA51F-9FE4-49B5-B9A4-D7DE111BCAAD}"/>
                          </a:ext>
                        </a:extLst>
                      </p:cNvPr>
                      <p:cNvPicPr/>
                      <p:nvPr/>
                    </p:nvPicPr>
                    <p:blipFill>
                      <a:blip r:embed="rId24"/>
                      <a:stretch>
                        <a:fillRect/>
                      </a:stretch>
                    </p:blipFill>
                    <p:spPr>
                      <a:xfrm>
                        <a:off x="2118" y="1588"/>
                        <a:ext cx="2117"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230EE80-DDFD-49BA-ADC5-263022767731}"/>
              </a:ext>
            </a:extLst>
          </p:cNvPr>
          <p:cNvSpPr/>
          <p:nvPr>
            <p:custDataLst>
              <p:tags r:id="rId22"/>
            </p:custDataLst>
          </p:nvPr>
        </p:nvSpPr>
        <p:spPr bwMode="ltGray">
          <a:xfrm>
            <a:off x="1" y="0"/>
            <a:ext cx="211667" cy="158750"/>
          </a:xfrm>
          <a:prstGeom prst="rect">
            <a:avLst/>
          </a:prstGeom>
          <a:solidFill>
            <a:schemeClr val="accent1"/>
          </a:solidFill>
          <a:ln w="12700" cap="flat" cmpd="sng" algn="ctr">
            <a:noFill/>
            <a:prstDash val="solid"/>
            <a:round/>
            <a:headEnd type="none" w="sm" len="sm"/>
            <a:tailEnd type="none" w="sm" len="sm"/>
          </a:ln>
        </p:spPr>
        <p:txBody>
          <a:bodyPr vert="horz" wrap="none" lIns="0" tIns="0" rIns="0" bIns="0" numCol="1" spcCol="0" rtlCol="0" anchor="ctr" anchorCtr="0">
            <a:noAutofit/>
          </a:bodyPr>
          <a:lstStyle/>
          <a:p>
            <a:pPr marL="0" lvl="0" indent="0" algn="ctr"/>
            <a:endParaRPr lang="en-US" sz="2300" b="0" i="0" baseline="0">
              <a:latin typeface="Georgia" panose="02040502050405020303" pitchFamily="18" charset="0"/>
              <a:ea typeface="+mj-ea"/>
              <a:cs typeface="+mj-cs"/>
              <a:sym typeface="Georgia" panose="02040502050405020303" pitchFamily="18" charset="0"/>
            </a:endParaRPr>
          </a:p>
        </p:txBody>
      </p:sp>
      <p:sp>
        <p:nvSpPr>
          <p:cNvPr id="2" name="Title Placeholder 1"/>
          <p:cNvSpPr>
            <a:spLocks noGrp="1"/>
          </p:cNvSpPr>
          <p:nvPr>
            <p:ph type="title"/>
          </p:nvPr>
        </p:nvSpPr>
        <p:spPr>
          <a:xfrm>
            <a:off x="388159" y="313740"/>
            <a:ext cx="11392252" cy="682752"/>
          </a:xfrm>
          <a:prstGeom prst="rect">
            <a:avLst/>
          </a:prstGeom>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388159" y="1188380"/>
            <a:ext cx="11392252" cy="496120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pic>
        <p:nvPicPr>
          <p:cNvPr id="9" name="Picture 8"/>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421544" y="6270171"/>
            <a:ext cx="426720" cy="378148"/>
          </a:xfrm>
          <a:prstGeom prst="rect">
            <a:avLst/>
          </a:prstGeom>
        </p:spPr>
      </p:pic>
    </p:spTree>
    <p:extLst>
      <p:ext uri="{BB962C8B-B14F-4D97-AF65-F5344CB8AC3E}">
        <p14:creationId xmlns:p14="http://schemas.microsoft.com/office/powerpoint/2010/main" val="3901722210"/>
      </p:ext>
    </p:extLst>
  </p:cSld>
  <p:clrMap bg1="lt1" tx1="dk1" bg2="lt2" tx2="dk2" accent1="accent1" accent2="accent2" accent3="accent3" accent4="accent4" accent5="accent5" accent6="accent6" hlink="hlink" folHlink="folHlink"/>
  <p:sldLayoutIdLst>
    <p:sldLayoutId id="2147485799" r:id="rId1"/>
    <p:sldLayoutId id="2147485800" r:id="rId2"/>
    <p:sldLayoutId id="2147485801" r:id="rId3"/>
    <p:sldLayoutId id="2147485802" r:id="rId4"/>
    <p:sldLayoutId id="2147485803" r:id="rId5"/>
    <p:sldLayoutId id="2147485804" r:id="rId6"/>
    <p:sldLayoutId id="2147485805" r:id="rId7"/>
    <p:sldLayoutId id="2147485806" r:id="rId8"/>
    <p:sldLayoutId id="2147485807" r:id="rId9"/>
    <p:sldLayoutId id="2147485808" r:id="rId10"/>
    <p:sldLayoutId id="2147485809" r:id="rId11"/>
    <p:sldLayoutId id="2147485810" r:id="rId12"/>
    <p:sldLayoutId id="2147485811" r:id="rId13"/>
    <p:sldLayoutId id="2147485812" r:id="rId14"/>
    <p:sldLayoutId id="2147485813" r:id="rId15"/>
    <p:sldLayoutId id="2147485814" r:id="rId16"/>
    <p:sldLayoutId id="2147485815" r:id="rId17"/>
    <p:sldLayoutId id="2147485816" r:id="rId18"/>
    <p:sldLayoutId id="2147485817" r:id="rId19"/>
  </p:sldLayoutIdLst>
  <p:hf hdr="0" ftr="0" dt="0"/>
  <p:txStyles>
    <p:titleStyle>
      <a:lvl1pPr algn="l" defTabSz="914411" rtl="0" eaLnBrk="1" latinLnBrk="0" hangingPunct="1">
        <a:lnSpc>
          <a:spcPct val="100000"/>
        </a:lnSpc>
        <a:spcBef>
          <a:spcPct val="0"/>
        </a:spcBef>
        <a:buNone/>
        <a:defRPr sz="2300" kern="1200">
          <a:solidFill>
            <a:schemeClr val="bg2"/>
          </a:solidFill>
          <a:latin typeface="+mj-lt"/>
          <a:ea typeface="+mj-ea"/>
          <a:cs typeface="+mj-cs"/>
        </a:defRPr>
      </a:lvl1pPr>
    </p:titleStyle>
    <p:bodyStyle>
      <a:lvl1pPr marL="228603" indent="-228603" algn="l" defTabSz="914411" rtl="0" eaLnBrk="1" latinLnBrk="0" hangingPunct="1">
        <a:lnSpc>
          <a:spcPct val="100000"/>
        </a:lnSpc>
        <a:spcBef>
          <a:spcPts val="600"/>
        </a:spcBef>
        <a:spcAft>
          <a:spcPts val="600"/>
        </a:spcAft>
        <a:buFont typeface="Arial" panose="020B0604020202020204" pitchFamily="34" charset="0"/>
        <a:buChar char="•"/>
        <a:defRPr sz="1400" kern="1200">
          <a:solidFill>
            <a:schemeClr val="tx1"/>
          </a:solidFill>
          <a:latin typeface="+mn-lt"/>
          <a:ea typeface="+mn-ea"/>
          <a:cs typeface="+mn-cs"/>
        </a:defRPr>
      </a:lvl1pPr>
      <a:lvl2pPr marL="685809" indent="-228603" algn="l" defTabSz="914411" rtl="0" eaLnBrk="1" latinLnBrk="0" hangingPunct="1">
        <a:lnSpc>
          <a:spcPct val="100000"/>
        </a:lnSpc>
        <a:spcBef>
          <a:spcPts val="600"/>
        </a:spcBef>
        <a:spcAft>
          <a:spcPts val="600"/>
        </a:spcAft>
        <a:buFont typeface="Tahoma" panose="020B0604030504040204" pitchFamily="34" charset="0"/>
        <a:buChar char="–"/>
        <a:defRPr sz="1300" kern="1200">
          <a:solidFill>
            <a:schemeClr val="tx1"/>
          </a:solidFill>
          <a:latin typeface="+mn-lt"/>
          <a:ea typeface="+mn-ea"/>
          <a:cs typeface="+mn-cs"/>
        </a:defRPr>
      </a:lvl2pPr>
      <a:lvl3pPr marL="1143014" indent="-228603" algn="l" defTabSz="914411" rtl="0" eaLnBrk="1" latinLnBrk="0" hangingPunct="1">
        <a:lnSpc>
          <a:spcPct val="100000"/>
        </a:lnSpc>
        <a:spcBef>
          <a:spcPts val="400"/>
        </a:spcBef>
        <a:spcAft>
          <a:spcPts val="400"/>
        </a:spcAft>
        <a:buFont typeface="Arial" panose="020B0604020202020204" pitchFamily="34" charset="0"/>
        <a:buChar char="•"/>
        <a:defRPr sz="1200" kern="1200">
          <a:solidFill>
            <a:schemeClr val="tx1"/>
          </a:solidFill>
          <a:latin typeface="+mn-lt"/>
          <a:ea typeface="+mn-ea"/>
          <a:cs typeface="+mn-cs"/>
        </a:defRPr>
      </a:lvl3pPr>
      <a:lvl4pPr marL="1600220" indent="-228603" algn="l" defTabSz="914411" rtl="0" eaLnBrk="1" latinLnBrk="0" hangingPunct="1">
        <a:lnSpc>
          <a:spcPct val="100000"/>
        </a:lnSpc>
        <a:spcBef>
          <a:spcPts val="300"/>
        </a:spcBef>
        <a:spcAft>
          <a:spcPts val="300"/>
        </a:spcAft>
        <a:buFont typeface="Tahoma" panose="020B0604030504040204" pitchFamily="34" charset="0"/>
        <a:buChar char="–"/>
        <a:defRPr sz="1100" kern="1200">
          <a:solidFill>
            <a:schemeClr val="tx1"/>
          </a:solidFill>
          <a:latin typeface="+mn-lt"/>
          <a:ea typeface="+mn-ea"/>
          <a:cs typeface="+mn-cs"/>
        </a:defRPr>
      </a:lvl4pPr>
      <a:lvl5pPr marL="2057426" indent="-228603" algn="l" defTabSz="914411" rtl="0" eaLnBrk="1" latinLnBrk="0" hangingPunct="1">
        <a:lnSpc>
          <a:spcPct val="100000"/>
        </a:lnSpc>
        <a:spcBef>
          <a:spcPts val="300"/>
        </a:spcBef>
        <a:spcAft>
          <a:spcPts val="300"/>
        </a:spcAft>
        <a:buFont typeface="Arial" panose="020B0604020202020204" pitchFamily="34" charset="0"/>
        <a:buChar char="•"/>
        <a:defRPr sz="1100" kern="1200">
          <a:solidFill>
            <a:schemeClr val="tx1"/>
          </a:solidFill>
          <a:latin typeface="+mn-lt"/>
          <a:ea typeface="+mn-ea"/>
          <a:cs typeface="+mn-cs"/>
        </a:defRPr>
      </a:lvl5pPr>
      <a:lvl6pPr marL="2514631"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9"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
          <p15:clr>
            <a:srgbClr val="F26B43"/>
          </p15:clr>
        </p15:guide>
        <p15:guide id="3" pos="8352">
          <p15:clr>
            <a:srgbClr val="F26B43"/>
          </p15:clr>
        </p15:guide>
        <p15:guide id="4" orient="horz" pos="912">
          <p15:clr>
            <a:srgbClr val="F26B43"/>
          </p15:clr>
        </p15:guide>
        <p15:guide id="5" orient="horz" pos="960">
          <p15:clr>
            <a:srgbClr val="F26B43"/>
          </p15:clr>
        </p15:guide>
        <p15:guide id="6" orient="horz"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B2D4E4">
            <a:alpha val="60000"/>
          </a:srgb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3E0150E-E50B-9FF8-A4D2-11C4727326D6}"/>
              </a:ext>
            </a:extLst>
          </p:cNvPr>
          <p:cNvGraphicFramePr>
            <a:graphicFrameLocks noChangeAspect="1"/>
          </p:cNvGraphicFramePr>
          <p:nvPr userDrawn="1">
            <p:custDataLst>
              <p:tags r:id="rId21"/>
            </p:custDataLst>
            <p:extLst>
              <p:ext uri="{D42A27DB-BD31-4B8C-83A1-F6EECF244321}">
                <p14:modId xmlns:p14="http://schemas.microsoft.com/office/powerpoint/2010/main" val="10412866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2" imgW="359" imgH="355" progId="TCLayout.ActiveDocument.1">
                  <p:embed/>
                </p:oleObj>
              </mc:Choice>
              <mc:Fallback>
                <p:oleObj name="think-cell Slide" r:id="rId22" imgW="359" imgH="355" progId="TCLayout.ActiveDocument.1">
                  <p:embed/>
                  <p:pic>
                    <p:nvPicPr>
                      <p:cNvPr id="5" name="think-cell data - do not delete" hidden="1">
                        <a:extLst>
                          <a:ext uri="{FF2B5EF4-FFF2-40B4-BE49-F238E27FC236}">
                            <a16:creationId xmlns:a16="http://schemas.microsoft.com/office/drawing/2014/main" id="{83E0150E-E50B-9FF8-A4D2-11C4727326D6}"/>
                          </a:ext>
                        </a:extLst>
                      </p:cNvPr>
                      <p:cNvPicPr/>
                      <p:nvPr/>
                    </p:nvPicPr>
                    <p:blipFill>
                      <a:blip r:embed="rId23"/>
                      <a:stretch>
                        <a:fillRect/>
                      </a:stretch>
                    </p:blipFill>
                    <p:spPr>
                      <a:xfrm>
                        <a:off x="1588" y="1588"/>
                        <a:ext cx="1588" cy="1588"/>
                      </a:xfrm>
                      <a:prstGeom prst="rect">
                        <a:avLst/>
                      </a:prstGeom>
                    </p:spPr>
                  </p:pic>
                </p:oleObj>
              </mc:Fallback>
            </mc:AlternateContent>
          </a:graphicData>
        </a:graphic>
      </p:graphicFrame>
      <p:sp>
        <p:nvSpPr>
          <p:cNvPr id="10" name="Rectangle 9"/>
          <p:cNvSpPr/>
          <p:nvPr userDrawn="1"/>
        </p:nvSpPr>
        <p:spPr bwMode="white">
          <a:xfrm>
            <a:off x="0" y="5943600"/>
            <a:ext cx="12192000" cy="914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Placeholder 1"/>
          <p:cNvSpPr>
            <a:spLocks noGrp="1"/>
          </p:cNvSpPr>
          <p:nvPr>
            <p:ph type="title"/>
          </p:nvPr>
        </p:nvSpPr>
        <p:spPr>
          <a:xfrm>
            <a:off x="390144" y="182880"/>
            <a:ext cx="10457317" cy="1184448"/>
          </a:xfrm>
          <a:prstGeom prst="rect">
            <a:avLst/>
          </a:prstGeom>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390144" y="1691169"/>
            <a:ext cx="11408507" cy="405063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9"/>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pic>
        <p:nvPicPr>
          <p:cNvPr id="11" name="Picture 10"/>
          <p:cNvPicPr>
            <a:picLocks noChangeAspect="1"/>
          </p:cNvPicPr>
          <p:nvPr userDrawn="1"/>
        </p:nvPicPr>
        <p:blipFill>
          <a:blip r:embed="rId24" cstate="print">
            <a:extLst>
              <a:ext uri="{28A0092B-C50C-407E-A947-70E740481C1C}">
                <a14:useLocalDpi xmlns:a14="http://schemas.microsoft.com/office/drawing/2010/main" val="0"/>
              </a:ext>
            </a:extLst>
          </a:blip>
          <a:srcRect/>
          <a:stretch/>
        </p:blipFill>
        <p:spPr>
          <a:xfrm>
            <a:off x="393349" y="6187440"/>
            <a:ext cx="426720" cy="426720"/>
          </a:xfrm>
          <a:prstGeom prst="rect">
            <a:avLst/>
          </a:prstGeom>
        </p:spPr>
      </p:pic>
    </p:spTree>
    <p:extLst>
      <p:ext uri="{BB962C8B-B14F-4D97-AF65-F5344CB8AC3E}">
        <p14:creationId xmlns:p14="http://schemas.microsoft.com/office/powerpoint/2010/main" val="4026908429"/>
      </p:ext>
    </p:extLst>
  </p:cSld>
  <p:clrMap bg1="lt1" tx1="dk1" bg2="lt2" tx2="dk2" accent1="accent1" accent2="accent2" accent3="accent3" accent4="accent4" accent5="accent5" accent6="accent6" hlink="hlink" folHlink="folHlink"/>
  <p:sldLayoutIdLst>
    <p:sldLayoutId id="2147485676" r:id="rId1"/>
    <p:sldLayoutId id="2147485677" r:id="rId2"/>
    <p:sldLayoutId id="2147485678" r:id="rId3"/>
    <p:sldLayoutId id="2147485679" r:id="rId4"/>
    <p:sldLayoutId id="2147485680" r:id="rId5"/>
    <p:sldLayoutId id="2147485681" r:id="rId6"/>
    <p:sldLayoutId id="2147485682" r:id="rId7"/>
    <p:sldLayoutId id="2147485683" r:id="rId8"/>
    <p:sldLayoutId id="2147485684" r:id="rId9"/>
    <p:sldLayoutId id="2147485685" r:id="rId10"/>
    <p:sldLayoutId id="2147485686" r:id="rId11"/>
    <p:sldLayoutId id="2147485687" r:id="rId12"/>
    <p:sldLayoutId id="2147485688" r:id="rId13"/>
    <p:sldLayoutId id="2147485689" r:id="rId14"/>
    <p:sldLayoutId id="2147485690" r:id="rId15"/>
    <p:sldLayoutId id="2147485691" r:id="rId16"/>
    <p:sldLayoutId id="2147485692" r:id="rId17"/>
    <p:sldLayoutId id="2147485693" r:id="rId18"/>
    <p:sldLayoutId id="2147485694" r:id="rId19"/>
  </p:sldLayoutIdLst>
  <p:hf hdr="0" ftr="0" dt="0"/>
  <p:txStyles>
    <p:titleStyle>
      <a:lvl1pPr algn="l" defTabSz="1219170" rtl="0" eaLnBrk="1" latinLnBrk="0" hangingPunct="1">
        <a:lnSpc>
          <a:spcPct val="100000"/>
        </a:lnSpc>
        <a:spcBef>
          <a:spcPct val="0"/>
        </a:spcBef>
        <a:buNone/>
        <a:defRPr sz="3200" kern="1200">
          <a:solidFill>
            <a:srgbClr val="0A3C53"/>
          </a:solidFill>
          <a:latin typeface="Alda Pro" pitchFamily="50" charset="0"/>
          <a:ea typeface="+mj-ea"/>
          <a:cs typeface="+mj-cs"/>
        </a:defRPr>
      </a:lvl1pPr>
    </p:titleStyle>
    <p:bodyStyle>
      <a:lvl1pPr marL="304792" indent="-304792" algn="l" defTabSz="1219170" rtl="0" eaLnBrk="1" latinLnBrk="0" hangingPunct="1">
        <a:lnSpc>
          <a:spcPct val="100000"/>
        </a:lnSpc>
        <a:spcBef>
          <a:spcPts val="400"/>
        </a:spcBef>
        <a:buFont typeface="Arial" panose="020B0604020202020204" pitchFamily="34" charset="0"/>
        <a:buChar char="•"/>
        <a:defRPr sz="2667" kern="1200">
          <a:solidFill>
            <a:srgbClr val="0A3C53"/>
          </a:solidFill>
          <a:latin typeface="Effra Pro" panose="020B0603020203020204" pitchFamily="34" charset="0"/>
          <a:ea typeface="+mn-ea"/>
          <a:cs typeface="+mn-cs"/>
        </a:defRPr>
      </a:lvl1pPr>
      <a:lvl2pPr marL="914377" indent="-304792" algn="l" defTabSz="1219170" rtl="0" eaLnBrk="1" latinLnBrk="0" hangingPunct="1">
        <a:lnSpc>
          <a:spcPct val="100000"/>
        </a:lnSpc>
        <a:spcBef>
          <a:spcPts val="400"/>
        </a:spcBef>
        <a:buFont typeface="Tahoma" panose="020B0604030504040204" pitchFamily="34" charset="0"/>
        <a:buChar char="–"/>
        <a:defRPr sz="2400" kern="1200">
          <a:solidFill>
            <a:srgbClr val="0A3C53"/>
          </a:solidFill>
          <a:latin typeface="Effra Pro" panose="020B0603020203020204" pitchFamily="34" charset="0"/>
          <a:ea typeface="+mn-ea"/>
          <a:cs typeface="+mn-cs"/>
        </a:defRPr>
      </a:lvl2pPr>
      <a:lvl3pPr marL="1523962" indent="-304792" algn="l" defTabSz="1219170" rtl="0" eaLnBrk="1" latinLnBrk="0" hangingPunct="1">
        <a:lnSpc>
          <a:spcPct val="100000"/>
        </a:lnSpc>
        <a:spcBef>
          <a:spcPts val="400"/>
        </a:spcBef>
        <a:buFont typeface="Arial" panose="020B0604020202020204" pitchFamily="34" charset="0"/>
        <a:buChar char="•"/>
        <a:defRPr sz="2400" kern="1200">
          <a:solidFill>
            <a:srgbClr val="0A3C53"/>
          </a:solidFill>
          <a:latin typeface="Effra Pro" panose="020B0603020203020204" pitchFamily="34" charset="0"/>
          <a:ea typeface="+mn-ea"/>
          <a:cs typeface="+mn-cs"/>
        </a:defRPr>
      </a:lvl3pPr>
      <a:lvl4pPr marL="2133547" indent="-304792" algn="l" defTabSz="1219170" rtl="0" eaLnBrk="1" latinLnBrk="0" hangingPunct="1">
        <a:lnSpc>
          <a:spcPct val="100000"/>
        </a:lnSpc>
        <a:spcBef>
          <a:spcPts val="400"/>
        </a:spcBef>
        <a:buFont typeface="Tahoma" panose="020B0604030504040204" pitchFamily="34" charset="0"/>
        <a:buChar char="–"/>
        <a:defRPr sz="2133" kern="1200">
          <a:solidFill>
            <a:srgbClr val="0A3C53"/>
          </a:solidFill>
          <a:latin typeface="Effra Pro" panose="020B0603020203020204" pitchFamily="34" charset="0"/>
          <a:ea typeface="+mn-ea"/>
          <a:cs typeface="+mn-cs"/>
        </a:defRPr>
      </a:lvl4pPr>
      <a:lvl5pPr marL="2743131" indent="-304792" algn="l" defTabSz="1219170" rtl="0" eaLnBrk="1" latinLnBrk="0" hangingPunct="1">
        <a:lnSpc>
          <a:spcPct val="100000"/>
        </a:lnSpc>
        <a:spcBef>
          <a:spcPts val="400"/>
        </a:spcBef>
        <a:buFont typeface="Arial" panose="020B0604020202020204" pitchFamily="34" charset="0"/>
        <a:buChar char="•"/>
        <a:defRPr sz="2133" kern="1200">
          <a:solidFill>
            <a:srgbClr val="0A3C53"/>
          </a:solidFill>
          <a:latin typeface="Effra Pro" panose="020B0603020203020204" pitchFamily="34" charset="0"/>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F26B43"/>
          </p15:clr>
        </p15:guide>
        <p15:guide id="2" pos="7424">
          <p15:clr>
            <a:srgbClr val="F26B43"/>
          </p15:clr>
        </p15:guide>
        <p15:guide id="3" orient="horz" pos="1136">
          <p15:clr>
            <a:srgbClr val="F26B43"/>
          </p15:clr>
        </p15:guide>
        <p15:guide id="4" orient="horz" pos="1200">
          <p15:clr>
            <a:srgbClr val="F26B43"/>
          </p15:clr>
        </p15:guide>
        <p15:guide id="5" orient="horz" pos="432">
          <p15:clr>
            <a:srgbClr val="F26B43"/>
          </p15:clr>
        </p15:guide>
        <p15:guide id="6" orient="horz" pos="112">
          <p15:clr>
            <a:srgbClr val="F26B43"/>
          </p15:clr>
        </p15:guide>
        <p15:guide id="7" orient="horz" pos="49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B2D4E4">
            <a:alpha val="60000"/>
          </a:srgb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9D30729D-0D26-747D-AD24-1C33F368B2A1}"/>
              </a:ext>
            </a:extLst>
          </p:cNvPr>
          <p:cNvGraphicFramePr>
            <a:graphicFrameLocks noChangeAspect="1"/>
          </p:cNvGraphicFramePr>
          <p:nvPr userDrawn="1">
            <p:custDataLst>
              <p:tags r:id="rId25"/>
            </p:custDataLst>
            <p:extLst>
              <p:ext uri="{D42A27DB-BD31-4B8C-83A1-F6EECF244321}">
                <p14:modId xmlns:p14="http://schemas.microsoft.com/office/powerpoint/2010/main" val="15356342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6" imgW="359" imgH="355" progId="TCLayout.ActiveDocument.1">
                  <p:embed/>
                </p:oleObj>
              </mc:Choice>
              <mc:Fallback>
                <p:oleObj name="think-cell Slide" r:id="rId26" imgW="359" imgH="355" progId="TCLayout.ActiveDocument.1">
                  <p:embed/>
                  <p:pic>
                    <p:nvPicPr>
                      <p:cNvPr id="5" name="think-cell data - do not delete" hidden="1">
                        <a:extLst>
                          <a:ext uri="{FF2B5EF4-FFF2-40B4-BE49-F238E27FC236}">
                            <a16:creationId xmlns:a16="http://schemas.microsoft.com/office/drawing/2014/main" id="{9D30729D-0D26-747D-AD24-1C33F368B2A1}"/>
                          </a:ext>
                        </a:extLst>
                      </p:cNvPr>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10" name="Rectangle 9"/>
          <p:cNvSpPr/>
          <p:nvPr userDrawn="1"/>
        </p:nvSpPr>
        <p:spPr bwMode="white">
          <a:xfrm>
            <a:off x="0" y="5943600"/>
            <a:ext cx="12192000" cy="914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Placeholder 1"/>
          <p:cNvSpPr>
            <a:spLocks noGrp="1"/>
          </p:cNvSpPr>
          <p:nvPr>
            <p:ph type="title"/>
          </p:nvPr>
        </p:nvSpPr>
        <p:spPr>
          <a:xfrm>
            <a:off x="390144" y="182880"/>
            <a:ext cx="10457317" cy="1184448"/>
          </a:xfrm>
          <a:prstGeom prst="rect">
            <a:avLst/>
          </a:prstGeom>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390144" y="1691169"/>
            <a:ext cx="11408507" cy="405063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9"/>
          <p:cNvSpPr>
            <a:spLocks noGrp="1"/>
          </p:cNvSpPr>
          <p:nvPr>
            <p:ph type="sldNum" sz="quarter" idx="4"/>
          </p:nvPr>
        </p:nvSpPr>
        <p:spPr>
          <a:xfrm>
            <a:off x="11493851" y="6564227"/>
            <a:ext cx="304800" cy="164148"/>
          </a:xfrm>
          <a:prstGeom prst="rect">
            <a:avLst/>
          </a:prstGeom>
        </p:spPr>
        <p:txBody>
          <a:bodyPr vert="horz" wrap="square" lIns="0" tIns="0" rIns="0" bIns="0" rtlCol="0" anchor="ctr">
            <a:spAutoFit/>
          </a:bodyPr>
          <a:lstStyle>
            <a:lvl1pPr algn="r" fontAlgn="auto">
              <a:spcBef>
                <a:spcPts val="0"/>
              </a:spcBef>
              <a:spcAft>
                <a:spcPts val="0"/>
              </a:spcAft>
              <a:defRPr sz="1067"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pic>
        <p:nvPicPr>
          <p:cNvPr id="11" name="Picture 10"/>
          <p:cNvPicPr>
            <a:picLocks noChangeAspect="1"/>
          </p:cNvPicPr>
          <p:nvPr userDrawn="1"/>
        </p:nvPicPr>
        <p:blipFill>
          <a:blip r:embed="rId28" cstate="print">
            <a:extLst>
              <a:ext uri="{28A0092B-C50C-407E-A947-70E740481C1C}">
                <a14:useLocalDpi xmlns:a14="http://schemas.microsoft.com/office/drawing/2010/main" val="0"/>
              </a:ext>
            </a:extLst>
          </a:blip>
          <a:srcRect/>
          <a:stretch/>
        </p:blipFill>
        <p:spPr>
          <a:xfrm>
            <a:off x="393349" y="6187440"/>
            <a:ext cx="426720" cy="426720"/>
          </a:xfrm>
          <a:prstGeom prst="rect">
            <a:avLst/>
          </a:prstGeom>
        </p:spPr>
      </p:pic>
    </p:spTree>
    <p:extLst>
      <p:ext uri="{BB962C8B-B14F-4D97-AF65-F5344CB8AC3E}">
        <p14:creationId xmlns:p14="http://schemas.microsoft.com/office/powerpoint/2010/main" val="27370487"/>
      </p:ext>
    </p:extLst>
  </p:cSld>
  <p:clrMap bg1="lt1" tx1="dk1" bg2="lt2" tx2="dk2" accent1="accent1" accent2="accent2" accent3="accent3" accent4="accent4" accent5="accent5" accent6="accent6" hlink="hlink" folHlink="folHlink"/>
  <p:sldLayoutIdLst>
    <p:sldLayoutId id="2147484788" r:id="rId1"/>
    <p:sldLayoutId id="2147484789" r:id="rId2"/>
    <p:sldLayoutId id="2147484787" r:id="rId3"/>
    <p:sldLayoutId id="2147484794" r:id="rId4"/>
    <p:sldLayoutId id="2147484800" r:id="rId5"/>
    <p:sldLayoutId id="2147484801" r:id="rId6"/>
    <p:sldLayoutId id="2147484763" r:id="rId7"/>
    <p:sldLayoutId id="2147484782" r:id="rId8"/>
    <p:sldLayoutId id="2147484764" r:id="rId9"/>
    <p:sldLayoutId id="2147484802" r:id="rId10"/>
    <p:sldLayoutId id="2147484797" r:id="rId11"/>
    <p:sldLayoutId id="2147484803" r:id="rId12"/>
    <p:sldLayoutId id="2147484793" r:id="rId13"/>
    <p:sldLayoutId id="2147484804" r:id="rId14"/>
    <p:sldLayoutId id="2147484765" r:id="rId15"/>
    <p:sldLayoutId id="2147484796" r:id="rId16"/>
    <p:sldLayoutId id="2147484776" r:id="rId17"/>
    <p:sldLayoutId id="2147484768" r:id="rId18"/>
    <p:sldLayoutId id="2147484779" r:id="rId19"/>
    <p:sldLayoutId id="2147484795" r:id="rId20"/>
    <p:sldLayoutId id="2147484769" r:id="rId21"/>
    <p:sldLayoutId id="2147484798" r:id="rId22"/>
    <p:sldLayoutId id="2147484771" r:id="rId23"/>
  </p:sldLayoutIdLst>
  <p:hf hdr="0" ftr="0" dt="0"/>
  <p:txStyles>
    <p:titleStyle>
      <a:lvl1pPr algn="l" defTabSz="914400" rtl="0" eaLnBrk="1" latinLnBrk="0" hangingPunct="1">
        <a:lnSpc>
          <a:spcPct val="100000"/>
        </a:lnSpc>
        <a:spcBef>
          <a:spcPct val="0"/>
        </a:spcBef>
        <a:buNone/>
        <a:defRPr sz="2400" kern="1200">
          <a:solidFill>
            <a:srgbClr val="0A3C53"/>
          </a:solidFill>
          <a:latin typeface="Alda Pro" pitchFamily="50" charset="0"/>
          <a:ea typeface="+mj-ea"/>
          <a:cs typeface="+mj-cs"/>
        </a:defRPr>
      </a:lvl1pPr>
    </p:titleStyle>
    <p:bodyStyle>
      <a:lvl1pPr marL="228600" indent="-228600" algn="l" defTabSz="914400" rtl="0" eaLnBrk="1" latinLnBrk="0" hangingPunct="1">
        <a:lnSpc>
          <a:spcPct val="100000"/>
        </a:lnSpc>
        <a:spcBef>
          <a:spcPts val="300"/>
        </a:spcBef>
        <a:buFont typeface="Arial" panose="020B0604020202020204" pitchFamily="34" charset="0"/>
        <a:buChar char="•"/>
        <a:defRPr sz="2000" kern="1200">
          <a:solidFill>
            <a:srgbClr val="0A3C53"/>
          </a:solidFill>
          <a:latin typeface="Effra Pro" panose="020B0603020203020204" pitchFamily="34" charset="0"/>
          <a:ea typeface="+mn-ea"/>
          <a:cs typeface="+mn-cs"/>
        </a:defRPr>
      </a:lvl1pPr>
      <a:lvl2pPr marL="685800" indent="-228600" algn="l" defTabSz="914400" rtl="0" eaLnBrk="1" latinLnBrk="0" hangingPunct="1">
        <a:lnSpc>
          <a:spcPct val="100000"/>
        </a:lnSpc>
        <a:spcBef>
          <a:spcPts val="300"/>
        </a:spcBef>
        <a:buFont typeface="Tahoma" panose="020B0604030504040204" pitchFamily="34" charset="0"/>
        <a:buChar char="–"/>
        <a:defRPr sz="1800" kern="1200">
          <a:solidFill>
            <a:srgbClr val="0A3C53"/>
          </a:solidFill>
          <a:latin typeface="Effra Pro" panose="020B0603020203020204" pitchFamily="34" charset="0"/>
          <a:ea typeface="+mn-ea"/>
          <a:cs typeface="+mn-cs"/>
        </a:defRPr>
      </a:lvl2pPr>
      <a:lvl3pPr marL="1143000" indent="-228600" algn="l" defTabSz="914400" rtl="0" eaLnBrk="1" latinLnBrk="0" hangingPunct="1">
        <a:lnSpc>
          <a:spcPct val="100000"/>
        </a:lnSpc>
        <a:spcBef>
          <a:spcPts val="300"/>
        </a:spcBef>
        <a:buFont typeface="Arial" panose="020B0604020202020204" pitchFamily="34" charset="0"/>
        <a:buChar char="•"/>
        <a:defRPr sz="1800" kern="1200">
          <a:solidFill>
            <a:srgbClr val="0A3C53"/>
          </a:solidFill>
          <a:latin typeface="Effra Pro" panose="020B0603020203020204" pitchFamily="34" charset="0"/>
          <a:ea typeface="+mn-ea"/>
          <a:cs typeface="+mn-cs"/>
        </a:defRPr>
      </a:lvl3pPr>
      <a:lvl4pPr marL="1600200" indent="-228600" algn="l" defTabSz="914400" rtl="0" eaLnBrk="1" latinLnBrk="0" hangingPunct="1">
        <a:lnSpc>
          <a:spcPct val="100000"/>
        </a:lnSpc>
        <a:spcBef>
          <a:spcPts val="300"/>
        </a:spcBef>
        <a:buFont typeface="Tahoma" panose="020B0604030504040204" pitchFamily="34" charset="0"/>
        <a:buChar char="–"/>
        <a:defRPr sz="1600" kern="1200">
          <a:solidFill>
            <a:srgbClr val="0A3C53"/>
          </a:solidFill>
          <a:latin typeface="Effra Pro" panose="020B0603020203020204" pitchFamily="34" charset="0"/>
          <a:ea typeface="+mn-ea"/>
          <a:cs typeface="+mn-cs"/>
        </a:defRPr>
      </a:lvl4pPr>
      <a:lvl5pPr marL="2057400" indent="-228600" algn="l" defTabSz="914400" rtl="0" eaLnBrk="1" latinLnBrk="0" hangingPunct="1">
        <a:lnSpc>
          <a:spcPct val="100000"/>
        </a:lnSpc>
        <a:spcBef>
          <a:spcPts val="300"/>
        </a:spcBef>
        <a:buFont typeface="Arial" panose="020B0604020202020204" pitchFamily="34" charset="0"/>
        <a:buChar char="•"/>
        <a:defRPr sz="1600" kern="1200">
          <a:solidFill>
            <a:srgbClr val="0A3C53"/>
          </a:solidFill>
          <a:latin typeface="Effra Pro" panose="020B06030202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userDrawn="1">
          <p15:clr>
            <a:srgbClr val="F26B43"/>
          </p15:clr>
        </p15:guide>
        <p15:guide id="2" pos="7424" userDrawn="1">
          <p15:clr>
            <a:srgbClr val="F26B43"/>
          </p15:clr>
        </p15:guide>
        <p15:guide id="3" orient="horz" pos="1136" userDrawn="1">
          <p15:clr>
            <a:srgbClr val="F26B43"/>
          </p15:clr>
        </p15:guide>
        <p15:guide id="4" orient="horz" pos="1200" userDrawn="1">
          <p15:clr>
            <a:srgbClr val="F26B43"/>
          </p15:clr>
        </p15:guide>
        <p15:guide id="5" orient="horz" pos="432" userDrawn="1">
          <p15:clr>
            <a:srgbClr val="F26B43"/>
          </p15:clr>
        </p15:guide>
        <p15:guide id="6" orient="horz" pos="112" userDrawn="1">
          <p15:clr>
            <a:srgbClr val="F26B43"/>
          </p15:clr>
        </p15:guide>
        <p15:guide id="7" orient="horz" pos="496"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B2D4E4">
            <a:alpha val="60000"/>
          </a:srgb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6220683-AF66-8E2D-0592-63202EC61B72}"/>
              </a:ext>
            </a:extLst>
          </p:cNvPr>
          <p:cNvGraphicFramePr>
            <a:graphicFrameLocks noChangeAspect="1"/>
          </p:cNvGraphicFramePr>
          <p:nvPr userDrawn="1">
            <p:custDataLst>
              <p:tags r:id="rId19"/>
            </p:custDataLst>
            <p:extLst>
              <p:ext uri="{D42A27DB-BD31-4B8C-83A1-F6EECF244321}">
                <p14:modId xmlns:p14="http://schemas.microsoft.com/office/powerpoint/2010/main" val="41274264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0" imgW="359" imgH="355" progId="TCLayout.ActiveDocument.1">
                  <p:embed/>
                </p:oleObj>
              </mc:Choice>
              <mc:Fallback>
                <p:oleObj name="think-cell Slide" r:id="rId20" imgW="359" imgH="355" progId="TCLayout.ActiveDocument.1">
                  <p:embed/>
                  <p:pic>
                    <p:nvPicPr>
                      <p:cNvPr id="5" name="think-cell data - do not delete" hidden="1">
                        <a:extLst>
                          <a:ext uri="{FF2B5EF4-FFF2-40B4-BE49-F238E27FC236}">
                            <a16:creationId xmlns:a16="http://schemas.microsoft.com/office/drawing/2014/main" id="{E6220683-AF66-8E2D-0592-63202EC61B72}"/>
                          </a:ext>
                        </a:extLst>
                      </p:cNvPr>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10" name="Rectangle 9"/>
          <p:cNvSpPr/>
          <p:nvPr userDrawn="1"/>
        </p:nvSpPr>
        <p:spPr bwMode="white">
          <a:xfrm>
            <a:off x="0" y="5943600"/>
            <a:ext cx="12192000" cy="914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Placeholder 1"/>
          <p:cNvSpPr>
            <a:spLocks noGrp="1"/>
          </p:cNvSpPr>
          <p:nvPr>
            <p:ph type="title"/>
          </p:nvPr>
        </p:nvSpPr>
        <p:spPr>
          <a:xfrm>
            <a:off x="390144" y="182880"/>
            <a:ext cx="10457317" cy="1184448"/>
          </a:xfrm>
          <a:prstGeom prst="rect">
            <a:avLst/>
          </a:prstGeom>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390145" y="1691170"/>
            <a:ext cx="11408507" cy="405063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Picture 10"/>
          <p:cNvPicPr>
            <a:picLocks noChangeAspect="1"/>
          </p:cNvPicPr>
          <p:nvPr userDrawn="1"/>
        </p:nvPicPr>
        <p:blipFill>
          <a:blip r:embed="rId22" cstate="screen">
            <a:extLst>
              <a:ext uri="{28A0092B-C50C-407E-A947-70E740481C1C}">
                <a14:useLocalDpi xmlns:a14="http://schemas.microsoft.com/office/drawing/2010/main"/>
              </a:ext>
            </a:extLst>
          </a:blip>
          <a:srcRect/>
          <a:stretch/>
        </p:blipFill>
        <p:spPr>
          <a:xfrm>
            <a:off x="393349" y="6187440"/>
            <a:ext cx="426720" cy="426720"/>
          </a:xfrm>
          <a:prstGeom prst="rect">
            <a:avLst/>
          </a:prstGeom>
        </p:spPr>
      </p:pic>
    </p:spTree>
    <p:extLst>
      <p:ext uri="{BB962C8B-B14F-4D97-AF65-F5344CB8AC3E}">
        <p14:creationId xmlns:p14="http://schemas.microsoft.com/office/powerpoint/2010/main" val="3008841035"/>
      </p:ext>
    </p:extLst>
  </p:cSld>
  <p:clrMap bg1="lt1" tx1="dk1" bg2="lt2" tx2="dk2" accent1="accent1" accent2="accent2" accent3="accent3" accent4="accent4" accent5="accent5" accent6="accent6" hlink="hlink" folHlink="folHlink"/>
  <p:sldLayoutIdLst>
    <p:sldLayoutId id="2147484831" r:id="rId1"/>
    <p:sldLayoutId id="2147484832" r:id="rId2"/>
    <p:sldLayoutId id="2147484833" r:id="rId3"/>
    <p:sldLayoutId id="2147484834" r:id="rId4"/>
    <p:sldLayoutId id="2147484835" r:id="rId5"/>
    <p:sldLayoutId id="2147484836" r:id="rId6"/>
    <p:sldLayoutId id="2147484837" r:id="rId7"/>
    <p:sldLayoutId id="2147484838" r:id="rId8"/>
    <p:sldLayoutId id="2147484839" r:id="rId9"/>
    <p:sldLayoutId id="2147484840" r:id="rId10"/>
    <p:sldLayoutId id="2147484841" r:id="rId11"/>
    <p:sldLayoutId id="2147484842" r:id="rId12"/>
    <p:sldLayoutId id="2147484843" r:id="rId13"/>
    <p:sldLayoutId id="2147484844" r:id="rId14"/>
    <p:sldLayoutId id="2147484845" r:id="rId15"/>
    <p:sldLayoutId id="2147484846" r:id="rId16"/>
    <p:sldLayoutId id="2147484855" r:id="rId17"/>
  </p:sldLayoutIdLst>
  <p:hf hdr="0" ftr="0" dt="0"/>
  <p:txStyles>
    <p:titleStyle>
      <a:lvl1pPr algn="l" defTabSz="914378" rtl="0" eaLnBrk="1" latinLnBrk="0" hangingPunct="1">
        <a:lnSpc>
          <a:spcPct val="100000"/>
        </a:lnSpc>
        <a:spcBef>
          <a:spcPct val="0"/>
        </a:spcBef>
        <a:buNone/>
        <a:defRPr sz="2400" kern="1200">
          <a:solidFill>
            <a:srgbClr val="0A3C53"/>
          </a:solidFill>
          <a:latin typeface="Alda Pro" pitchFamily="50" charset="0"/>
          <a:ea typeface="+mj-ea"/>
          <a:cs typeface="+mj-cs"/>
        </a:defRPr>
      </a:lvl1pPr>
    </p:titleStyle>
    <p:bodyStyle>
      <a:lvl1pPr marL="228594" indent="-228594" algn="l" defTabSz="914378" rtl="0" eaLnBrk="1" latinLnBrk="0" hangingPunct="1">
        <a:lnSpc>
          <a:spcPct val="100000"/>
        </a:lnSpc>
        <a:spcBef>
          <a:spcPts val="300"/>
        </a:spcBef>
        <a:buFont typeface="Arial" panose="020B0604020202020204" pitchFamily="34" charset="0"/>
        <a:buChar char="•"/>
        <a:defRPr sz="2000" kern="1200">
          <a:solidFill>
            <a:srgbClr val="0A3C53"/>
          </a:solidFill>
          <a:latin typeface="Effra Pro" panose="020B0603020203020204" pitchFamily="34" charset="0"/>
          <a:ea typeface="+mn-ea"/>
          <a:cs typeface="+mn-cs"/>
        </a:defRPr>
      </a:lvl1pPr>
      <a:lvl2pPr marL="685783" indent="-228594" algn="l" defTabSz="914378" rtl="0" eaLnBrk="1" latinLnBrk="0" hangingPunct="1">
        <a:lnSpc>
          <a:spcPct val="100000"/>
        </a:lnSpc>
        <a:spcBef>
          <a:spcPts val="300"/>
        </a:spcBef>
        <a:buFont typeface="Tahoma" panose="020B0604030504040204" pitchFamily="34" charset="0"/>
        <a:buChar char="–"/>
        <a:defRPr sz="1800" kern="1200">
          <a:solidFill>
            <a:srgbClr val="0A3C53"/>
          </a:solidFill>
          <a:latin typeface="Effra Pro" panose="020B0603020203020204" pitchFamily="34" charset="0"/>
          <a:ea typeface="+mn-ea"/>
          <a:cs typeface="+mn-cs"/>
        </a:defRPr>
      </a:lvl2pPr>
      <a:lvl3pPr marL="1142972" indent="-228594" algn="l" defTabSz="914378" rtl="0" eaLnBrk="1" latinLnBrk="0" hangingPunct="1">
        <a:lnSpc>
          <a:spcPct val="100000"/>
        </a:lnSpc>
        <a:spcBef>
          <a:spcPts val="300"/>
        </a:spcBef>
        <a:buFont typeface="Arial" panose="020B0604020202020204" pitchFamily="34" charset="0"/>
        <a:buChar char="•"/>
        <a:defRPr sz="1800" kern="1200">
          <a:solidFill>
            <a:srgbClr val="0A3C53"/>
          </a:solidFill>
          <a:latin typeface="Effra Pro" panose="020B0603020203020204" pitchFamily="34" charset="0"/>
          <a:ea typeface="+mn-ea"/>
          <a:cs typeface="+mn-cs"/>
        </a:defRPr>
      </a:lvl3pPr>
      <a:lvl4pPr marL="1600160" indent="-228594" algn="l" defTabSz="914378" rtl="0" eaLnBrk="1" latinLnBrk="0" hangingPunct="1">
        <a:lnSpc>
          <a:spcPct val="100000"/>
        </a:lnSpc>
        <a:spcBef>
          <a:spcPts val="300"/>
        </a:spcBef>
        <a:buFont typeface="Tahoma" panose="020B0604030504040204" pitchFamily="34" charset="0"/>
        <a:buChar char="–"/>
        <a:defRPr sz="1600" kern="1200">
          <a:solidFill>
            <a:srgbClr val="0A3C53"/>
          </a:solidFill>
          <a:latin typeface="Effra Pro" panose="020B0603020203020204" pitchFamily="34" charset="0"/>
          <a:ea typeface="+mn-ea"/>
          <a:cs typeface="+mn-cs"/>
        </a:defRPr>
      </a:lvl4pPr>
      <a:lvl5pPr marL="2057348" indent="-228594" algn="l" defTabSz="914378" rtl="0" eaLnBrk="1" latinLnBrk="0" hangingPunct="1">
        <a:lnSpc>
          <a:spcPct val="100000"/>
        </a:lnSpc>
        <a:spcBef>
          <a:spcPts val="300"/>
        </a:spcBef>
        <a:buFont typeface="Arial" panose="020B0604020202020204" pitchFamily="34" charset="0"/>
        <a:buChar char="•"/>
        <a:defRPr sz="1600" kern="1200">
          <a:solidFill>
            <a:srgbClr val="0A3C53"/>
          </a:solidFill>
          <a:latin typeface="Effra Pro" panose="020B0603020203020204" pitchFamily="34" charset="0"/>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41" userDrawn="1">
          <p15:clr>
            <a:srgbClr val="F26B43"/>
          </p15:clr>
        </p15:guide>
        <p15:guide id="2" pos="9899" userDrawn="1">
          <p15:clr>
            <a:srgbClr val="F26B43"/>
          </p15:clr>
        </p15:guide>
        <p15:guide id="3" orient="horz" pos="1515" userDrawn="1">
          <p15:clr>
            <a:srgbClr val="F26B43"/>
          </p15:clr>
        </p15:guide>
        <p15:guide id="4" orient="horz" pos="1600" userDrawn="1">
          <p15:clr>
            <a:srgbClr val="F26B43"/>
          </p15:clr>
        </p15:guide>
        <p15:guide id="5" orient="horz" pos="576" userDrawn="1">
          <p15:clr>
            <a:srgbClr val="F26B43"/>
          </p15:clr>
        </p15:guide>
        <p15:guide id="6" orient="horz" pos="149" userDrawn="1">
          <p15:clr>
            <a:srgbClr val="F26B43"/>
          </p15:clr>
        </p15:guide>
        <p15:guide id="7" orient="horz" pos="661"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3000">
              <a:srgbClr val="73ACED"/>
            </a:gs>
            <a:gs pos="100000">
              <a:srgbClr val="699DD8"/>
            </a:gs>
            <a:gs pos="26000">
              <a:srgbClr val="9AC8FF"/>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8" name="Picture 7" descr="A blue and grey square  AI-generated content may be incorrect.">
            <a:extLst>
              <a:ext uri="{FF2B5EF4-FFF2-40B4-BE49-F238E27FC236}">
                <a16:creationId xmlns:a16="http://schemas.microsoft.com/office/drawing/2014/main" id="{1BAEFFD2-ADD9-0474-2C25-1F659BFAB753}"/>
              </a:ext>
            </a:extLst>
          </p:cNvPr>
          <p:cNvPicPr>
            <a:picLocks noChangeAspect="1"/>
          </p:cNvPicPr>
          <p:nvPr userDrawn="1"/>
        </p:nvPicPr>
        <p:blipFill>
          <a:blip r:embed="rId34">
            <a:alphaModFix amt="20000"/>
          </a:blip>
          <a:stretch>
            <a:fillRect/>
          </a:stretch>
        </p:blipFill>
        <p:spPr>
          <a:xfrm>
            <a:off x="0" y="616856"/>
            <a:ext cx="6265333" cy="6241143"/>
          </a:xfrm>
          <a:prstGeom prst="rect">
            <a:avLst/>
          </a:prstGeom>
        </p:spPr>
      </p:pic>
      <p:sp>
        <p:nvSpPr>
          <p:cNvPr id="4" name="Rectangle 3">
            <a:extLst>
              <a:ext uri="{FF2B5EF4-FFF2-40B4-BE49-F238E27FC236}">
                <a16:creationId xmlns:a16="http://schemas.microsoft.com/office/drawing/2014/main" id="{3266E34C-F502-134A-A6E8-BEE726C9500E}"/>
              </a:ext>
            </a:extLst>
          </p:cNvPr>
          <p:cNvSpPr/>
          <p:nvPr userDrawn="1"/>
        </p:nvSpPr>
        <p:spPr>
          <a:xfrm>
            <a:off x="0" y="6128899"/>
            <a:ext cx="12192000" cy="559648"/>
          </a:xfrm>
          <a:prstGeom prst="rect">
            <a:avLst/>
          </a:prstGeom>
          <a:gradFill flip="none" rotWithShape="1">
            <a:gsLst>
              <a:gs pos="75000">
                <a:schemeClr val="bg1">
                  <a:alpha val="61000"/>
                </a:schemeClr>
              </a:gs>
              <a:gs pos="25000">
                <a:schemeClr val="bg1">
                  <a:alpha val="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627F9DBD-C578-1BC4-D502-322F3D2B8C73}"/>
              </a:ext>
            </a:extLst>
          </p:cNvPr>
          <p:cNvPicPr>
            <a:picLocks noChangeAspect="1"/>
          </p:cNvPicPr>
          <p:nvPr/>
        </p:nvPicPr>
        <p:blipFill>
          <a:blip r:embed="rId35"/>
          <a:srcRect/>
          <a:stretch/>
        </p:blipFill>
        <p:spPr>
          <a:xfrm>
            <a:off x="612892" y="6186192"/>
            <a:ext cx="455176" cy="457200"/>
          </a:xfrm>
          <a:prstGeom prst="rect">
            <a:avLst/>
          </a:prstGeom>
          <a:effectLst/>
        </p:spPr>
      </p:pic>
      <p:grpSp>
        <p:nvGrpSpPr>
          <p:cNvPr id="71" name="Cut Out" hidden="1">
            <a:extLst>
              <a:ext uri="{FF2B5EF4-FFF2-40B4-BE49-F238E27FC236}">
                <a16:creationId xmlns:a16="http://schemas.microsoft.com/office/drawing/2014/main" id="{645A4865-68ED-9412-B75A-3F8ACB57FB6E}"/>
              </a:ext>
            </a:extLst>
          </p:cNvPr>
          <p:cNvGrpSpPr/>
          <p:nvPr userDrawn="1"/>
        </p:nvGrpSpPr>
        <p:grpSpPr>
          <a:xfrm>
            <a:off x="-247316" y="391974"/>
            <a:ext cx="5968819" cy="6782282"/>
            <a:chOff x="-247316" y="391974"/>
            <a:chExt cx="5968819" cy="6782282"/>
          </a:xfrm>
        </p:grpSpPr>
        <p:sp>
          <p:nvSpPr>
            <p:cNvPr id="64" name="Freeform 63">
              <a:extLst>
                <a:ext uri="{FF2B5EF4-FFF2-40B4-BE49-F238E27FC236}">
                  <a16:creationId xmlns:a16="http://schemas.microsoft.com/office/drawing/2014/main" id="{6AAF9C22-8F00-F0CC-F430-DDD56142D83E}"/>
                </a:ext>
              </a:extLst>
            </p:cNvPr>
            <p:cNvSpPr/>
            <p:nvPr userDrawn="1"/>
          </p:nvSpPr>
          <p:spPr>
            <a:xfrm rot="20700000">
              <a:off x="4501782" y="391974"/>
              <a:ext cx="1219721" cy="6782282"/>
            </a:xfrm>
            <a:custGeom>
              <a:avLst/>
              <a:gdLst>
                <a:gd name="connsiteX0" fmla="*/ 1219721 w 1219721"/>
                <a:gd name="connsiteY0" fmla="*/ 0 h 6782282"/>
                <a:gd name="connsiteX1" fmla="*/ 1219720 w 1219721"/>
                <a:gd name="connsiteY1" fmla="*/ 6782282 h 6782282"/>
                <a:gd name="connsiteX2" fmla="*/ 0 w 1219721"/>
                <a:gd name="connsiteY2" fmla="*/ 6455459 h 6782282"/>
                <a:gd name="connsiteX3" fmla="*/ 0 w 1219721"/>
                <a:gd name="connsiteY3" fmla="*/ 1216910 h 6782282"/>
                <a:gd name="connsiteX4" fmla="*/ 1216910 w 1219721"/>
                <a:gd name="connsiteY4" fmla="*/ 0 h 6782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721" h="6782282">
                  <a:moveTo>
                    <a:pt x="1219721" y="0"/>
                  </a:moveTo>
                  <a:lnTo>
                    <a:pt x="1219720" y="6782282"/>
                  </a:lnTo>
                  <a:lnTo>
                    <a:pt x="0" y="6455459"/>
                  </a:lnTo>
                  <a:lnTo>
                    <a:pt x="0" y="1216910"/>
                  </a:lnTo>
                  <a:lnTo>
                    <a:pt x="121691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66">
              <a:extLst>
                <a:ext uri="{FF2B5EF4-FFF2-40B4-BE49-F238E27FC236}">
                  <a16:creationId xmlns:a16="http://schemas.microsoft.com/office/drawing/2014/main" id="{07F2DA9D-A2E1-6623-5534-DE193CE69237}"/>
                </a:ext>
              </a:extLst>
            </p:cNvPr>
            <p:cNvSpPr/>
            <p:nvPr userDrawn="1"/>
          </p:nvSpPr>
          <p:spPr>
            <a:xfrm rot="20700000">
              <a:off x="3086241" y="2413806"/>
              <a:ext cx="1219717" cy="4725406"/>
            </a:xfrm>
            <a:custGeom>
              <a:avLst/>
              <a:gdLst>
                <a:gd name="connsiteX0" fmla="*/ 1219717 w 1219717"/>
                <a:gd name="connsiteY0" fmla="*/ 0 h 4725406"/>
                <a:gd name="connsiteX1" fmla="*/ 1219717 w 1219717"/>
                <a:gd name="connsiteY1" fmla="*/ 4725406 h 4725406"/>
                <a:gd name="connsiteX2" fmla="*/ 0 w 1219717"/>
                <a:gd name="connsiteY2" fmla="*/ 4398584 h 4725406"/>
                <a:gd name="connsiteX3" fmla="*/ 0 w 1219717"/>
                <a:gd name="connsiteY3" fmla="*/ 1219718 h 4725406"/>
              </a:gdLst>
              <a:ahLst/>
              <a:cxnLst>
                <a:cxn ang="0">
                  <a:pos x="connsiteX0" y="connsiteY0"/>
                </a:cxn>
                <a:cxn ang="0">
                  <a:pos x="connsiteX1" y="connsiteY1"/>
                </a:cxn>
                <a:cxn ang="0">
                  <a:pos x="connsiteX2" y="connsiteY2"/>
                </a:cxn>
                <a:cxn ang="0">
                  <a:pos x="connsiteX3" y="connsiteY3"/>
                </a:cxn>
              </a:cxnLst>
              <a:rect l="l" t="t" r="r" b="b"/>
              <a:pathLst>
                <a:path w="1219717" h="4725406">
                  <a:moveTo>
                    <a:pt x="1219717" y="0"/>
                  </a:moveTo>
                  <a:lnTo>
                    <a:pt x="1219717" y="4725406"/>
                  </a:lnTo>
                  <a:lnTo>
                    <a:pt x="0" y="4398584"/>
                  </a:lnTo>
                  <a:lnTo>
                    <a:pt x="0" y="1219718"/>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69">
              <a:extLst>
                <a:ext uri="{FF2B5EF4-FFF2-40B4-BE49-F238E27FC236}">
                  <a16:creationId xmlns:a16="http://schemas.microsoft.com/office/drawing/2014/main" id="{507EE6BD-3353-5291-18D0-AE718EEBDDB9}"/>
                </a:ext>
              </a:extLst>
            </p:cNvPr>
            <p:cNvSpPr/>
            <p:nvPr userDrawn="1"/>
          </p:nvSpPr>
          <p:spPr>
            <a:xfrm rot="20700000">
              <a:off x="1675953" y="4431391"/>
              <a:ext cx="1219720" cy="2672853"/>
            </a:xfrm>
            <a:custGeom>
              <a:avLst/>
              <a:gdLst>
                <a:gd name="connsiteX0" fmla="*/ 1219720 w 1219720"/>
                <a:gd name="connsiteY0" fmla="*/ 0 h 2672853"/>
                <a:gd name="connsiteX1" fmla="*/ 1219720 w 1219720"/>
                <a:gd name="connsiteY1" fmla="*/ 2672853 h 2672853"/>
                <a:gd name="connsiteX2" fmla="*/ 0 w 1219720"/>
                <a:gd name="connsiteY2" fmla="*/ 2346030 h 2672853"/>
                <a:gd name="connsiteX3" fmla="*/ 0 w 1219720"/>
                <a:gd name="connsiteY3" fmla="*/ 1219720 h 2672853"/>
              </a:gdLst>
              <a:ahLst/>
              <a:cxnLst>
                <a:cxn ang="0">
                  <a:pos x="connsiteX0" y="connsiteY0"/>
                </a:cxn>
                <a:cxn ang="0">
                  <a:pos x="connsiteX1" y="connsiteY1"/>
                </a:cxn>
                <a:cxn ang="0">
                  <a:pos x="connsiteX2" y="connsiteY2"/>
                </a:cxn>
                <a:cxn ang="0">
                  <a:pos x="connsiteX3" y="connsiteY3"/>
                </a:cxn>
              </a:cxnLst>
              <a:rect l="l" t="t" r="r" b="b"/>
              <a:pathLst>
                <a:path w="1219720" h="2672853">
                  <a:moveTo>
                    <a:pt x="1219720" y="0"/>
                  </a:moveTo>
                  <a:lnTo>
                    <a:pt x="1219720" y="2672853"/>
                  </a:lnTo>
                  <a:lnTo>
                    <a:pt x="0" y="2346030"/>
                  </a:lnTo>
                  <a:lnTo>
                    <a:pt x="0" y="121972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56">
              <a:extLst>
                <a:ext uri="{FF2B5EF4-FFF2-40B4-BE49-F238E27FC236}">
                  <a16:creationId xmlns:a16="http://schemas.microsoft.com/office/drawing/2014/main" id="{7868CEA2-789D-E697-16FE-ACD6F7B6F760}"/>
                </a:ext>
              </a:extLst>
            </p:cNvPr>
            <p:cNvSpPr/>
            <p:nvPr userDrawn="1"/>
          </p:nvSpPr>
          <p:spPr>
            <a:xfrm rot="20700000">
              <a:off x="-247316" y="1017576"/>
              <a:ext cx="5315676" cy="1216909"/>
            </a:xfrm>
            <a:custGeom>
              <a:avLst/>
              <a:gdLst>
                <a:gd name="connsiteX0" fmla="*/ 5315676 w 5315676"/>
                <a:gd name="connsiteY0" fmla="*/ 0 h 1216909"/>
                <a:gd name="connsiteX1" fmla="*/ 4098766 w 5315676"/>
                <a:gd name="connsiteY1" fmla="*/ 1216909 h 1216909"/>
                <a:gd name="connsiteX2" fmla="*/ 4098766 w 5315676"/>
                <a:gd name="connsiteY2" fmla="*/ 1214099 h 1216909"/>
                <a:gd name="connsiteX3" fmla="*/ 0 w 5315676"/>
                <a:gd name="connsiteY3" fmla="*/ 1214099 h 1216909"/>
                <a:gd name="connsiteX4" fmla="*/ 325317 w 5315676"/>
                <a:gd name="connsiteY4" fmla="*/ 0 h 1216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5676" h="1216909">
                  <a:moveTo>
                    <a:pt x="5315676" y="0"/>
                  </a:moveTo>
                  <a:lnTo>
                    <a:pt x="4098766" y="1216909"/>
                  </a:lnTo>
                  <a:lnTo>
                    <a:pt x="4098766" y="1214099"/>
                  </a:lnTo>
                  <a:lnTo>
                    <a:pt x="0" y="1214099"/>
                  </a:lnTo>
                  <a:lnTo>
                    <a:pt x="325317"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A355C7A9-C0A5-8D5F-EB91-F99F6596BF4C}"/>
                </a:ext>
              </a:extLst>
            </p:cNvPr>
            <p:cNvSpPr/>
            <p:nvPr userDrawn="1"/>
          </p:nvSpPr>
          <p:spPr>
            <a:xfrm rot="20700000">
              <a:off x="-226351" y="2847108"/>
              <a:ext cx="4127824" cy="1222528"/>
            </a:xfrm>
            <a:custGeom>
              <a:avLst/>
              <a:gdLst>
                <a:gd name="connsiteX0" fmla="*/ 4127824 w 4127824"/>
                <a:gd name="connsiteY0" fmla="*/ 0 h 1222528"/>
                <a:gd name="connsiteX1" fmla="*/ 4127824 w 4127824"/>
                <a:gd name="connsiteY1" fmla="*/ 2811 h 1222528"/>
                <a:gd name="connsiteX2" fmla="*/ 2908106 w 4127824"/>
                <a:gd name="connsiteY2" fmla="*/ 1222528 h 1222528"/>
                <a:gd name="connsiteX3" fmla="*/ 2908106 w 4127824"/>
                <a:gd name="connsiteY3" fmla="*/ 1214099 h 1222528"/>
                <a:gd name="connsiteX4" fmla="*/ 0 w 4127824"/>
                <a:gd name="connsiteY4" fmla="*/ 1214099 h 1222528"/>
                <a:gd name="connsiteX5" fmla="*/ 325317 w 4127824"/>
                <a:gd name="connsiteY5" fmla="*/ 0 h 122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7824" h="1222528">
                  <a:moveTo>
                    <a:pt x="4127824" y="0"/>
                  </a:moveTo>
                  <a:lnTo>
                    <a:pt x="4127824" y="2811"/>
                  </a:lnTo>
                  <a:lnTo>
                    <a:pt x="2908106" y="1222528"/>
                  </a:lnTo>
                  <a:lnTo>
                    <a:pt x="2908106" y="1214099"/>
                  </a:lnTo>
                  <a:lnTo>
                    <a:pt x="0" y="1214099"/>
                  </a:lnTo>
                  <a:lnTo>
                    <a:pt x="325317"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1568EE0E-6087-7F47-4FC1-A508563439ED}"/>
                </a:ext>
              </a:extLst>
            </p:cNvPr>
            <p:cNvSpPr/>
            <p:nvPr userDrawn="1"/>
          </p:nvSpPr>
          <p:spPr>
            <a:xfrm rot="20700000">
              <a:off x="-206161" y="4676366"/>
              <a:ext cx="2942781" cy="1222530"/>
            </a:xfrm>
            <a:custGeom>
              <a:avLst/>
              <a:gdLst>
                <a:gd name="connsiteX0" fmla="*/ 2942781 w 2942781"/>
                <a:gd name="connsiteY0" fmla="*/ 0 h 1222530"/>
                <a:gd name="connsiteX1" fmla="*/ 2942781 w 2942781"/>
                <a:gd name="connsiteY1" fmla="*/ 2811 h 1222530"/>
                <a:gd name="connsiteX2" fmla="*/ 1723060 w 2942781"/>
                <a:gd name="connsiteY2" fmla="*/ 1222530 h 1222530"/>
                <a:gd name="connsiteX3" fmla="*/ 1723060 w 2942781"/>
                <a:gd name="connsiteY3" fmla="*/ 1214099 h 1222530"/>
                <a:gd name="connsiteX4" fmla="*/ 0 w 2942781"/>
                <a:gd name="connsiteY4" fmla="*/ 1214098 h 1222530"/>
                <a:gd name="connsiteX5" fmla="*/ 325316 w 2942781"/>
                <a:gd name="connsiteY5" fmla="*/ 0 h 122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42781" h="1222530">
                  <a:moveTo>
                    <a:pt x="2942781" y="0"/>
                  </a:moveTo>
                  <a:lnTo>
                    <a:pt x="2942781" y="2811"/>
                  </a:lnTo>
                  <a:lnTo>
                    <a:pt x="1723060" y="1222530"/>
                  </a:lnTo>
                  <a:lnTo>
                    <a:pt x="1723060" y="1214099"/>
                  </a:lnTo>
                  <a:lnTo>
                    <a:pt x="0" y="1214098"/>
                  </a:lnTo>
                  <a:lnTo>
                    <a:pt x="325316"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94D09C11-7276-B67A-A1A1-4C875D1ABA68}"/>
              </a:ext>
            </a:extLst>
          </p:cNvPr>
          <p:cNvSpPr>
            <a:spLocks noGrp="1"/>
          </p:cNvSpPr>
          <p:nvPr userDrawn="1">
            <p:ph type="title"/>
          </p:nvPr>
        </p:nvSpPr>
        <p:spPr>
          <a:xfrm>
            <a:off x="626269" y="493776"/>
            <a:ext cx="10939462" cy="804672"/>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64A7CC43-E171-1153-2B75-F702D7B914A8}"/>
              </a:ext>
            </a:extLst>
          </p:cNvPr>
          <p:cNvSpPr>
            <a:spLocks noGrp="1"/>
          </p:cNvSpPr>
          <p:nvPr userDrawn="1">
            <p:ph type="body" idx="1"/>
          </p:nvPr>
        </p:nvSpPr>
        <p:spPr>
          <a:xfrm>
            <a:off x="626269" y="1554480"/>
            <a:ext cx="10939462" cy="4247212"/>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C25DD03-798E-DA9C-D9CE-8905DBA17BC8}"/>
              </a:ext>
            </a:extLst>
          </p:cNvPr>
          <p:cNvSpPr>
            <a:spLocks noGrp="1"/>
          </p:cNvSpPr>
          <p:nvPr userDrawn="1">
            <p:ph type="sldNum" sz="quarter" idx="4"/>
          </p:nvPr>
        </p:nvSpPr>
        <p:spPr>
          <a:xfrm>
            <a:off x="11579107" y="6232230"/>
            <a:ext cx="430079" cy="365125"/>
          </a:xfrm>
          <a:prstGeom prst="rect">
            <a:avLst/>
          </a:prstGeom>
        </p:spPr>
        <p:txBody>
          <a:bodyPr vert="horz" lIns="0" tIns="0" rIns="0" bIns="0" rtlCol="0" anchor="ctr" anchorCtr="0">
            <a:noAutofit/>
          </a:bodyPr>
          <a:lstStyle>
            <a:lvl1pPr algn="r">
              <a:defRPr sz="1000">
                <a:solidFill>
                  <a:srgbClr val="000A62"/>
                </a:solidFill>
                <a:latin typeface="Arial" panose="020B0604020202020204" pitchFamily="34" charset="0"/>
                <a:cs typeface="Arial" panose="020B0604020202020204" pitchFamily="34" charset="0"/>
              </a:defRPr>
            </a:lvl1pPr>
          </a:lstStyle>
          <a:p>
            <a:fld id="{A1371F83-EA4D-3B47-99B9-95D90583DC1D}" type="slidenum">
              <a:rPr lang="en-US" smtClean="0"/>
              <a:pPr/>
              <a:t>‹#›</a:t>
            </a:fld>
            <a:endParaRPr lang="en-US"/>
          </a:p>
        </p:txBody>
      </p:sp>
      <p:pic>
        <p:nvPicPr>
          <p:cNvPr id="7" name="Picture 6" hidden="1">
            <a:extLst>
              <a:ext uri="{FF2B5EF4-FFF2-40B4-BE49-F238E27FC236}">
                <a16:creationId xmlns:a16="http://schemas.microsoft.com/office/drawing/2014/main" id="{0BF76C95-9667-2357-762F-B7B15D7BA3E7}"/>
              </a:ext>
            </a:extLst>
          </p:cNvPr>
          <p:cNvPicPr>
            <a:picLocks noChangeAspect="1"/>
          </p:cNvPicPr>
          <p:nvPr userDrawn="1"/>
        </p:nvPicPr>
        <p:blipFill>
          <a:blip r:embed="rId36"/>
          <a:stretch>
            <a:fillRect/>
          </a:stretch>
        </p:blipFill>
        <p:spPr>
          <a:xfrm>
            <a:off x="199931" y="-813939"/>
            <a:ext cx="2208828" cy="563207"/>
          </a:xfrm>
          <a:prstGeom prst="rect">
            <a:avLst/>
          </a:prstGeom>
        </p:spPr>
      </p:pic>
      <p:grpSp>
        <p:nvGrpSpPr>
          <p:cNvPr id="38" name="Full Size" hidden="1">
            <a:extLst>
              <a:ext uri="{FF2B5EF4-FFF2-40B4-BE49-F238E27FC236}">
                <a16:creationId xmlns:a16="http://schemas.microsoft.com/office/drawing/2014/main" id="{CBF5D916-2559-D87A-6071-0827F3911641}"/>
              </a:ext>
            </a:extLst>
          </p:cNvPr>
          <p:cNvGrpSpPr/>
          <p:nvPr userDrawn="1"/>
        </p:nvGrpSpPr>
        <p:grpSpPr>
          <a:xfrm rot="-19800000">
            <a:off x="-13122649" y="-4850920"/>
            <a:ext cx="20342655" cy="21641432"/>
            <a:chOff x="-289533" y="-2834540"/>
            <a:chExt cx="9192657" cy="9779562"/>
          </a:xfrm>
        </p:grpSpPr>
        <p:sp>
          <p:nvSpPr>
            <p:cNvPr id="39" name="Freeform 38">
              <a:extLst>
                <a:ext uri="{FF2B5EF4-FFF2-40B4-BE49-F238E27FC236}">
                  <a16:creationId xmlns:a16="http://schemas.microsoft.com/office/drawing/2014/main" id="{09460502-8A0D-F9D8-E3FC-D3C35053B797}"/>
                </a:ext>
              </a:extLst>
            </p:cNvPr>
            <p:cNvSpPr/>
            <p:nvPr userDrawn="1"/>
          </p:nvSpPr>
          <p:spPr>
            <a:xfrm rot="18900000">
              <a:off x="8351944" y="-2834540"/>
              <a:ext cx="551180" cy="7708900"/>
            </a:xfrm>
            <a:custGeom>
              <a:avLst/>
              <a:gdLst>
                <a:gd name="connsiteX0" fmla="*/ 551180 w 551180"/>
                <a:gd name="connsiteY0" fmla="*/ 0 h 7708900"/>
                <a:gd name="connsiteX1" fmla="*/ 551180 w 551180"/>
                <a:gd name="connsiteY1" fmla="*/ 7708900 h 7708900"/>
                <a:gd name="connsiteX2" fmla="*/ 0 w 551180"/>
                <a:gd name="connsiteY2" fmla="*/ 7708900 h 7708900"/>
                <a:gd name="connsiteX3" fmla="*/ 0 w 551180"/>
                <a:gd name="connsiteY3" fmla="*/ 549910 h 7708900"/>
                <a:gd name="connsiteX4" fmla="*/ 549910 w 551180"/>
                <a:gd name="connsiteY4" fmla="*/ 0 h 7708900"/>
                <a:gd name="connsiteX5" fmla="*/ 551180 w 551180"/>
                <a:gd name="connsiteY5" fmla="*/ 0 h 770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180" h="7708900">
                  <a:moveTo>
                    <a:pt x="551180" y="0"/>
                  </a:moveTo>
                  <a:lnTo>
                    <a:pt x="551180" y="7708900"/>
                  </a:lnTo>
                  <a:lnTo>
                    <a:pt x="0" y="7708900"/>
                  </a:lnTo>
                  <a:lnTo>
                    <a:pt x="0" y="549910"/>
                  </a:lnTo>
                  <a:lnTo>
                    <a:pt x="549910" y="0"/>
                  </a:lnTo>
                  <a:lnTo>
                    <a:pt x="55118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39">
              <a:extLst>
                <a:ext uri="{FF2B5EF4-FFF2-40B4-BE49-F238E27FC236}">
                  <a16:creationId xmlns:a16="http://schemas.microsoft.com/office/drawing/2014/main" id="{A5626CB4-BBEE-998F-0B0A-69DF05DFB1D9}"/>
                </a:ext>
              </a:extLst>
            </p:cNvPr>
            <p:cNvSpPr/>
            <p:nvPr userDrawn="1"/>
          </p:nvSpPr>
          <p:spPr>
            <a:xfrm rot="18900000">
              <a:off x="8350599" y="-1797133"/>
              <a:ext cx="551179" cy="7707629"/>
            </a:xfrm>
            <a:custGeom>
              <a:avLst/>
              <a:gdLst>
                <a:gd name="connsiteX0" fmla="*/ 551179 w 551179"/>
                <a:gd name="connsiteY0" fmla="*/ 0 h 7707629"/>
                <a:gd name="connsiteX1" fmla="*/ 551179 w 551179"/>
                <a:gd name="connsiteY1" fmla="*/ 7707629 h 7707629"/>
                <a:gd name="connsiteX2" fmla="*/ 0 w 551179"/>
                <a:gd name="connsiteY2" fmla="*/ 7707629 h 7707629"/>
                <a:gd name="connsiteX3" fmla="*/ 0 w 551179"/>
                <a:gd name="connsiteY3" fmla="*/ 551179 h 7707629"/>
                <a:gd name="connsiteX4" fmla="*/ 551179 w 551179"/>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79" h="7707629">
                  <a:moveTo>
                    <a:pt x="551179" y="0"/>
                  </a:moveTo>
                  <a:lnTo>
                    <a:pt x="551179" y="7707629"/>
                  </a:lnTo>
                  <a:lnTo>
                    <a:pt x="0" y="7707629"/>
                  </a:lnTo>
                  <a:lnTo>
                    <a:pt x="0" y="551179"/>
                  </a:lnTo>
                  <a:lnTo>
                    <a:pt x="551179" y="0"/>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40">
              <a:extLst>
                <a:ext uri="{FF2B5EF4-FFF2-40B4-BE49-F238E27FC236}">
                  <a16:creationId xmlns:a16="http://schemas.microsoft.com/office/drawing/2014/main" id="{6C2146AF-D932-DAFB-A40A-398827AB05D0}"/>
                </a:ext>
              </a:extLst>
            </p:cNvPr>
            <p:cNvSpPr/>
            <p:nvPr userDrawn="1"/>
          </p:nvSpPr>
          <p:spPr>
            <a:xfrm rot="18900000">
              <a:off x="8350597" y="-762607"/>
              <a:ext cx="551180" cy="7707629"/>
            </a:xfrm>
            <a:custGeom>
              <a:avLst/>
              <a:gdLst>
                <a:gd name="connsiteX0" fmla="*/ 551180 w 551180"/>
                <a:gd name="connsiteY0" fmla="*/ 0 h 7707629"/>
                <a:gd name="connsiteX1" fmla="*/ 551180 w 551180"/>
                <a:gd name="connsiteY1" fmla="*/ 7707629 h 7707629"/>
                <a:gd name="connsiteX2" fmla="*/ 0 w 551180"/>
                <a:gd name="connsiteY2" fmla="*/ 7707629 h 7707629"/>
                <a:gd name="connsiteX3" fmla="*/ 0 w 551180"/>
                <a:gd name="connsiteY3" fmla="*/ 551180 h 7707629"/>
                <a:gd name="connsiteX4" fmla="*/ 551180 w 551180"/>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80" h="7707629">
                  <a:moveTo>
                    <a:pt x="551180" y="0"/>
                  </a:moveTo>
                  <a:lnTo>
                    <a:pt x="551180" y="7707629"/>
                  </a:lnTo>
                  <a:lnTo>
                    <a:pt x="0" y="7707629"/>
                  </a:lnTo>
                  <a:lnTo>
                    <a:pt x="0" y="551180"/>
                  </a:lnTo>
                  <a:lnTo>
                    <a:pt x="551180" y="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F07F8016-2972-8815-07A3-91499D9D4BAE}"/>
                </a:ext>
              </a:extLst>
            </p:cNvPr>
            <p:cNvSpPr/>
            <p:nvPr userDrawn="1"/>
          </p:nvSpPr>
          <p:spPr>
            <a:xfrm rot="18900000">
              <a:off x="-288451" y="744955"/>
              <a:ext cx="7707630" cy="549910"/>
            </a:xfrm>
            <a:custGeom>
              <a:avLst/>
              <a:gdLst>
                <a:gd name="connsiteX0" fmla="*/ 7707630 w 7707630"/>
                <a:gd name="connsiteY0" fmla="*/ 0 h 549910"/>
                <a:gd name="connsiteX1" fmla="*/ 7157720 w 7707630"/>
                <a:gd name="connsiteY1" fmla="*/ 549910 h 549910"/>
                <a:gd name="connsiteX2" fmla="*/ 7157720 w 7707630"/>
                <a:gd name="connsiteY2" fmla="*/ 548640 h 549910"/>
                <a:gd name="connsiteX3" fmla="*/ 0 w 7707630"/>
                <a:gd name="connsiteY3" fmla="*/ 548640 h 549910"/>
                <a:gd name="connsiteX4" fmla="*/ 0 w 7707630"/>
                <a:gd name="connsiteY4" fmla="*/ 0 h 549910"/>
                <a:gd name="connsiteX5" fmla="*/ 7707630 w 7707630"/>
                <a:gd name="connsiteY5" fmla="*/ 0 h 54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630" h="549910">
                  <a:moveTo>
                    <a:pt x="7707630" y="0"/>
                  </a:moveTo>
                  <a:lnTo>
                    <a:pt x="7157720" y="549910"/>
                  </a:lnTo>
                  <a:lnTo>
                    <a:pt x="7157720" y="548640"/>
                  </a:lnTo>
                  <a:lnTo>
                    <a:pt x="0" y="548640"/>
                  </a:lnTo>
                  <a:lnTo>
                    <a:pt x="0" y="0"/>
                  </a:lnTo>
                  <a:lnTo>
                    <a:pt x="7707630"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2">
              <a:extLst>
                <a:ext uri="{FF2B5EF4-FFF2-40B4-BE49-F238E27FC236}">
                  <a16:creationId xmlns:a16="http://schemas.microsoft.com/office/drawing/2014/main" id="{82852362-83F5-9AD4-AD9F-53F2E0292D33}"/>
                </a:ext>
              </a:extLst>
            </p:cNvPr>
            <p:cNvSpPr/>
            <p:nvPr userDrawn="1"/>
          </p:nvSpPr>
          <p:spPr>
            <a:xfrm rot="18900000">
              <a:off x="-289533" y="1780457"/>
              <a:ext cx="7708899" cy="552449"/>
            </a:xfrm>
            <a:custGeom>
              <a:avLst/>
              <a:gdLst>
                <a:gd name="connsiteX0" fmla="*/ 7708899 w 7708899"/>
                <a:gd name="connsiteY0" fmla="*/ 0 h 552449"/>
                <a:gd name="connsiteX1" fmla="*/ 7708899 w 7708899"/>
                <a:gd name="connsiteY1" fmla="*/ 1270 h 552449"/>
                <a:gd name="connsiteX2" fmla="*/ 7157720 w 7708899"/>
                <a:gd name="connsiteY2" fmla="*/ 552449 h 552449"/>
                <a:gd name="connsiteX3" fmla="*/ 7157720 w 7708899"/>
                <a:gd name="connsiteY3" fmla="*/ 548640 h 552449"/>
                <a:gd name="connsiteX4" fmla="*/ 0 w 7708899"/>
                <a:gd name="connsiteY4" fmla="*/ 548640 h 552449"/>
                <a:gd name="connsiteX5" fmla="*/ 0 w 7708899"/>
                <a:gd name="connsiteY5" fmla="*/ 0 h 552449"/>
                <a:gd name="connsiteX6" fmla="*/ 7708899 w 7708899"/>
                <a:gd name="connsiteY6" fmla="*/ 0 h 552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49">
                  <a:moveTo>
                    <a:pt x="7708899" y="0"/>
                  </a:moveTo>
                  <a:lnTo>
                    <a:pt x="7708899" y="1270"/>
                  </a:lnTo>
                  <a:lnTo>
                    <a:pt x="7157720" y="552449"/>
                  </a:lnTo>
                  <a:lnTo>
                    <a:pt x="7157720" y="548640"/>
                  </a:lnTo>
                  <a:lnTo>
                    <a:pt x="0" y="548640"/>
                  </a:lnTo>
                  <a:lnTo>
                    <a:pt x="0" y="0"/>
                  </a:lnTo>
                  <a:lnTo>
                    <a:pt x="7708899"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3">
              <a:extLst>
                <a:ext uri="{FF2B5EF4-FFF2-40B4-BE49-F238E27FC236}">
                  <a16:creationId xmlns:a16="http://schemas.microsoft.com/office/drawing/2014/main" id="{E7216B24-9E3B-FE57-A75D-569327BB05D9}"/>
                </a:ext>
              </a:extLst>
            </p:cNvPr>
            <p:cNvSpPr/>
            <p:nvPr userDrawn="1"/>
          </p:nvSpPr>
          <p:spPr>
            <a:xfrm rot="18900000">
              <a:off x="-289533" y="2814982"/>
              <a:ext cx="7708899" cy="552450"/>
            </a:xfrm>
            <a:custGeom>
              <a:avLst/>
              <a:gdLst>
                <a:gd name="connsiteX0" fmla="*/ 7708899 w 7708899"/>
                <a:gd name="connsiteY0" fmla="*/ 0 h 552450"/>
                <a:gd name="connsiteX1" fmla="*/ 7708899 w 7708899"/>
                <a:gd name="connsiteY1" fmla="*/ 1270 h 552450"/>
                <a:gd name="connsiteX2" fmla="*/ 7157719 w 7708899"/>
                <a:gd name="connsiteY2" fmla="*/ 552450 h 552450"/>
                <a:gd name="connsiteX3" fmla="*/ 7157719 w 7708899"/>
                <a:gd name="connsiteY3" fmla="*/ 548640 h 552450"/>
                <a:gd name="connsiteX4" fmla="*/ 0 w 7708899"/>
                <a:gd name="connsiteY4" fmla="*/ 548640 h 552450"/>
                <a:gd name="connsiteX5" fmla="*/ 0 w 7708899"/>
                <a:gd name="connsiteY5" fmla="*/ 0 h 552450"/>
                <a:gd name="connsiteX6" fmla="*/ 7708899 w 7708899"/>
                <a:gd name="connsiteY6" fmla="*/ 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50">
                  <a:moveTo>
                    <a:pt x="7708899" y="0"/>
                  </a:moveTo>
                  <a:lnTo>
                    <a:pt x="7708899" y="1270"/>
                  </a:lnTo>
                  <a:lnTo>
                    <a:pt x="7157719" y="552450"/>
                  </a:lnTo>
                  <a:lnTo>
                    <a:pt x="7157719" y="548640"/>
                  </a:lnTo>
                  <a:lnTo>
                    <a:pt x="0" y="548640"/>
                  </a:lnTo>
                  <a:lnTo>
                    <a:pt x="0" y="0"/>
                  </a:lnTo>
                  <a:lnTo>
                    <a:pt x="7708899"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5" name="Picture 4" descr="A blue and black logo  AI-generated content may be incorrect.">
            <a:extLst>
              <a:ext uri="{FF2B5EF4-FFF2-40B4-BE49-F238E27FC236}">
                <a16:creationId xmlns:a16="http://schemas.microsoft.com/office/drawing/2014/main" id="{F237A442-77B1-39AF-2F30-661CC1C646CD}"/>
              </a:ext>
            </a:extLst>
          </p:cNvPr>
          <p:cNvPicPr>
            <a:picLocks noChangeAspect="1"/>
          </p:cNvPicPr>
          <p:nvPr userDrawn="1"/>
        </p:nvPicPr>
        <p:blipFill>
          <a:blip r:embed="rId37"/>
          <a:stretch>
            <a:fillRect/>
          </a:stretch>
        </p:blipFill>
        <p:spPr>
          <a:xfrm>
            <a:off x="10300075" y="6257753"/>
            <a:ext cx="1239653" cy="314078"/>
          </a:xfrm>
          <a:prstGeom prst="rect">
            <a:avLst/>
          </a:prstGeom>
        </p:spPr>
      </p:pic>
    </p:spTree>
    <p:extLst>
      <p:ext uri="{BB962C8B-B14F-4D97-AF65-F5344CB8AC3E}">
        <p14:creationId xmlns:p14="http://schemas.microsoft.com/office/powerpoint/2010/main" val="3754868560"/>
      </p:ext>
    </p:extLst>
  </p:cSld>
  <p:clrMap bg1="lt1" tx1="dk1" bg2="lt2" tx2="dk2" accent1="accent1" accent2="accent2" accent3="accent3" accent4="accent4" accent5="accent5" accent6="accent6" hlink="hlink" folHlink="folHlink"/>
  <p:sldLayoutIdLst>
    <p:sldLayoutId id="2147485857" r:id="rId1"/>
    <p:sldLayoutId id="2147485858" r:id="rId2"/>
    <p:sldLayoutId id="2147485859" r:id="rId3"/>
    <p:sldLayoutId id="2147485860" r:id="rId4"/>
    <p:sldLayoutId id="2147485861" r:id="rId5"/>
    <p:sldLayoutId id="2147485862" r:id="rId6"/>
    <p:sldLayoutId id="2147485863" r:id="rId7"/>
    <p:sldLayoutId id="2147485864" r:id="rId8"/>
    <p:sldLayoutId id="2147485865" r:id="rId9"/>
    <p:sldLayoutId id="2147485866" r:id="rId10"/>
    <p:sldLayoutId id="2147485867" r:id="rId11"/>
    <p:sldLayoutId id="2147485868" r:id="rId12"/>
    <p:sldLayoutId id="2147485869" r:id="rId13"/>
    <p:sldLayoutId id="2147485870" r:id="rId14"/>
    <p:sldLayoutId id="2147485871" r:id="rId15"/>
    <p:sldLayoutId id="2147485872" r:id="rId16"/>
    <p:sldLayoutId id="2147485873" r:id="rId17"/>
    <p:sldLayoutId id="2147485874" r:id="rId18"/>
    <p:sldLayoutId id="2147485875" r:id="rId19"/>
    <p:sldLayoutId id="2147485876" r:id="rId20"/>
    <p:sldLayoutId id="2147485877" r:id="rId21"/>
    <p:sldLayoutId id="2147485878" r:id="rId22"/>
    <p:sldLayoutId id="2147485879" r:id="rId23"/>
    <p:sldLayoutId id="2147485880" r:id="rId24"/>
    <p:sldLayoutId id="2147485881" r:id="rId25"/>
    <p:sldLayoutId id="2147485882" r:id="rId26"/>
    <p:sldLayoutId id="2147485883" r:id="rId27"/>
    <p:sldLayoutId id="2147485884" r:id="rId28"/>
    <p:sldLayoutId id="2147485886" r:id="rId29"/>
    <p:sldLayoutId id="2147485888" r:id="rId30"/>
    <p:sldLayoutId id="2147485889" r:id="rId31"/>
    <p:sldLayoutId id="2147486006" r:id="rId32"/>
  </p:sldLayoutIdLst>
  <p:hf hdr="0" ftr="0" dt="0"/>
  <p:txStyles>
    <p:titleStyle>
      <a:lvl1pPr algn="l" defTabSz="914400" rtl="0" eaLnBrk="1" latinLnBrk="0" hangingPunct="1">
        <a:lnSpc>
          <a:spcPct val="90000"/>
        </a:lnSpc>
        <a:spcBef>
          <a:spcPct val="0"/>
        </a:spcBef>
        <a:buNone/>
        <a:defRPr sz="3200" kern="1200">
          <a:solidFill>
            <a:srgbClr val="000A62"/>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16">
          <p15:clr>
            <a:srgbClr val="F26B43"/>
          </p15:clr>
        </p15:guide>
        <p15:guide id="2" pos="396">
          <p15:clr>
            <a:srgbClr val="F26B43"/>
          </p15:clr>
        </p15:guide>
        <p15:guide id="3" pos="7287">
          <p15:clr>
            <a:srgbClr val="F26B43"/>
          </p15:clr>
        </p15:guide>
        <p15:guide id="4" orient="horz" pos="3752">
          <p15:clr>
            <a:srgbClr val="F26B43"/>
          </p15:clr>
        </p15:guide>
      </p15:sldGuideLst>
    </p:ext>
  </p:extLst>
</p:sldMaster>
</file>

<file path=ppt/slides/_rels/slide1.xml.rels><?xml version="1.0" encoding="UTF-8"?><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95.xml"/><Relationship Id="rId1" Type="http://schemas.openxmlformats.org/officeDocument/2006/relationships/tags" Target="../tags/tag9.xml"/></Relationships>
</file>

<file path=ppt/slides/_rels/slide2.xml.rels><?xml version="1.0" encoding="UTF-8"?><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80.xml"/><Relationship Id="rId4" Type="http://schemas.openxmlformats.org/officeDocument/2006/relationships/image" Target="../media/image33.png"/></Relationships>
</file>

<file path=ppt/slides/_rels/slide3.xml.rels><?xml version="1.0" encoding="UTF-8"?><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79.xml"/><Relationship Id="rId5" Type="http://schemas.openxmlformats.org/officeDocument/2006/relationships/image" Target="../media/image36.png"/><Relationship Id="rId4" Type="http://schemas.openxmlformats.org/officeDocument/2006/relationships/image" Target="../media/image35.jpeg"/></Relationships>
</file>

<file path=ppt/slides/_rels/slide4.xml.rels><?xml version="1.0" encoding="UTF-8"?><Relationships xmlns="http://schemas.openxmlformats.org/package/2006/relationships"><Relationship Id="rId8" Type="http://schemas.openxmlformats.org/officeDocument/2006/relationships/image" Target="../media/image39.jpeg"/><Relationship Id="rId3" Type="http://schemas.openxmlformats.org/officeDocument/2006/relationships/hyperlink" Target="https://www.today.newyorklife.com/agencyportal/s/article/April-May-New-Org-Bonus" TargetMode="External"/><Relationship Id="rId7"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79.xml"/><Relationship Id="rId6" Type="http://schemas.openxmlformats.org/officeDocument/2006/relationships/image" Target="../media/image37.png"/><Relationship Id="rId5" Type="http://schemas.openxmlformats.org/officeDocument/2006/relationships/hyperlink" Target="https://www.today.newyorklife.com/agencyportal/s/article/Life-and-Annuity-Expense-Allowance-Plan" TargetMode="External"/><Relationship Id="rId4" Type="http://schemas.openxmlformats.org/officeDocument/2006/relationships/hyperlink" Target="https://www.today.newyorklife.com/agencyportal/s/article/Agent-incentive-bonuses-and-conditional-check" TargetMode="External"/></Relationships>
</file>

<file path=ppt/slides/_rels/slide5.xml.rels><?xml version="1.0" encoding="UTF-8"?><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xml"/><Relationship Id="rId1" Type="http://schemas.openxmlformats.org/officeDocument/2006/relationships/slideLayout" Target="../slideLayouts/slideLayout79.xml"/><Relationship Id="rId6" Type="http://schemas.openxmlformats.org/officeDocument/2006/relationships/image" Target="../media/image42.png"/><Relationship Id="rId5" Type="http://schemas.openxmlformats.org/officeDocument/2006/relationships/hyperlink" Target="https://nylview.mediaspace.kaltura.com/media/Premium%20Deposit%20Overview/1_brvqib19" TargetMode="External"/><Relationship Id="rId4" Type="http://schemas.openxmlformats.org/officeDocument/2006/relationships/image" Target="../media/image41.png"/></Relationships>
</file>

<file path=ppt/slides/_rels/slide6.xml.rels><?xml version="1.0" encoding="UTF-8"?><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6.xml"/><Relationship Id="rId1" Type="http://schemas.openxmlformats.org/officeDocument/2006/relationships/slideLayout" Target="../slideLayouts/slideLayout79.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 Id="rId9" Type="http://schemas.openxmlformats.org/officeDocument/2006/relationships/image" Target="../media/image49.png"/></Relationships>
</file>

<file path=ppt/slides/_rels/slide7.xml.rels><?xml version="1.0" encoding="UTF-8"?><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xml"/><Relationship Id="rId1" Type="http://schemas.openxmlformats.org/officeDocument/2006/relationships/slideLayout" Target="../slideLayouts/slideLayout79.xml"/><Relationship Id="rId6" Type="http://schemas.openxmlformats.org/officeDocument/2006/relationships/image" Target="../media/image40.png"/><Relationship Id="rId5" Type="http://schemas.openxmlformats.org/officeDocument/2006/relationships/image" Target="../media/image52.png"/><Relationship Id="rId4" Type="http://schemas.openxmlformats.org/officeDocument/2006/relationships/image" Target="../media/image51.png"/></Relationships>
</file>

<file path=ppt/slides/_rels/slide8.xml.rels><?xml version="1.0" encoding="UTF-8"?><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xml"/><Relationship Id="rId1" Type="http://schemas.openxmlformats.org/officeDocument/2006/relationships/slideLayout" Target="../slideLayouts/slideLayout79.xml"/><Relationship Id="rId5" Type="http://schemas.openxmlformats.org/officeDocument/2006/relationships/image" Target="../media/image54.jpeg"/><Relationship Id="rId4" Type="http://schemas.openxmlformats.org/officeDocument/2006/relationships/hyperlink" Target="https://www.today.newyorklife.com/agencyportal/s/article/DIAM-Weekly-Activity-Calendar-2026" TargetMode="External"/></Relationships>
</file>

<file path=ppt/slides/_rels/slide9.xml.rels><?xml version="1.0" encoding="UTF-8"?><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7.xml"/><Relationship Id="rId1" Type="http://schemas.openxmlformats.org/officeDocument/2006/relationships/tags" Target="../tags/tag10.xml"/><Relationship Id="rId5" Type="http://schemas.openxmlformats.org/officeDocument/2006/relationships/image" Target="../media/image56.png"/><Relationship Id="rId4" Type="http://schemas.openxmlformats.org/officeDocument/2006/relationships/image" Target="../media/image55.png"/></Relationships>
</file>

<file path=ppt/slides/_rels/slide10.xml.rels><?xml version="1.0" encoding="UTF-8"?><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9.xml"/><Relationship Id="rId1" Type="http://schemas.openxmlformats.org/officeDocument/2006/relationships/tags" Target="../tags/tag11.xml"/><Relationship Id="rId5" Type="http://schemas.openxmlformats.org/officeDocument/2006/relationships/image" Target="../media/image58.png"/><Relationship Id="rId4" Type="http://schemas.openxmlformats.org/officeDocument/2006/relationships/image" Target="../media/image57.png"/></Relationships>
</file>

<file path=ppt/slides/_rels/slide11.xml.rels><?xml version="1.0" encoding="UTF-8"?><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1.xml"/><Relationship Id="rId1" Type="http://schemas.openxmlformats.org/officeDocument/2006/relationships/slideLayout" Target="../slideLayouts/slideLayout79.xml"/><Relationship Id="rId4" Type="http://schemas.openxmlformats.org/officeDocument/2006/relationships/image" Target="../media/image60.png"/></Relationships>
</file>

<file path=ppt/slides/_rels/slide12.xml.rels><?xml version="1.0" encoding="UTF-8"?><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2.xml"/><Relationship Id="rId1" Type="http://schemas.openxmlformats.org/officeDocument/2006/relationships/slideLayout" Target="../slideLayouts/slideLayout79.xml"/><Relationship Id="rId4" Type="http://schemas.openxmlformats.org/officeDocument/2006/relationships/image" Target="../media/image62.png"/></Relationships>
</file>

<file path=ppt/slides/_rels/slide13.xml.rels><?xml version="1.0" encoding="UTF-8"?><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95.xml"/><Relationship Id="rId1" Type="http://schemas.openxmlformats.org/officeDocument/2006/relationships/tags" Target="../tags/tag12.xml"/></Relationships>
</file>

<file path=ppt/slides/_rels/slide14.xml.rels><?xml version="1.0" encoding="UTF-8"?><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9.xml"/><Relationship Id="rId1" Type="http://schemas.openxmlformats.org/officeDocument/2006/relationships/tags" Target="../tags/tag13.xml"/></Relationships>
</file>

<file path=ppt/slides/_rels/slide15.xml.rels><?xml version="1.0" encoding="UTF-8"?><Relationships xmlns="http://schemas.openxmlformats.org/package/2006/relationships"><Relationship Id="rId2" Type="http://schemas.openxmlformats.org/officeDocument/2006/relationships/slideLayout" Target="../slideLayouts/slideLayout103.xml"/><Relationship Id="rId1" Type="http://schemas.openxmlformats.org/officeDocument/2006/relationships/tags" Target="../tags/tag14.xml"/><Relationship Id="rId3"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0188B79-DFBA-30A1-4A8A-02C3307CF19D}"/>
              </a:ext>
            </a:extLst>
          </p:cNvPr>
          <p:cNvSpPr>
            <a:spLocks/>
          </p:cNvSpPr>
          <p:nvPr/>
        </p:nvSpPr>
        <p:spPr>
          <a:xfrm>
            <a:off x="0" y="1937020"/>
            <a:ext cx="12192000" cy="2403392"/>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lvl="0">
              <a:defRPr/>
            </a:pPr>
            <a:endParaRPr lang="en-US" sz="1600" b="1">
              <a:solidFill>
                <a:srgbClr val="000962">
                  <a:lumMod val="90000"/>
                  <a:lumOff val="10000"/>
                </a:srgbClr>
              </a:solidFill>
            </a:endParaRPr>
          </a:p>
        </p:txBody>
      </p:sp>
      <p:sp>
        <p:nvSpPr>
          <p:cNvPr id="8" name="Slide Number Placeholder 7">
            <a:extLst>
              <a:ext uri="{FF2B5EF4-FFF2-40B4-BE49-F238E27FC236}">
                <a16:creationId xmlns:a16="http://schemas.microsoft.com/office/drawing/2014/main" id="{1DE4A73E-40CD-BE4F-0432-60D3D5EF419E}"/>
              </a:ext>
            </a:extLst>
          </p:cNvPr>
          <p:cNvSpPr>
            <a:spLocks noGrp="1"/>
          </p:cNvSpPr>
          <p:nvPr>
            <p:ph type="sldNum" sz="quarter" idx="10"/>
          </p:nvPr>
        </p:nvSpPr>
        <p:spPr>
          <a:xfrm>
            <a:off x="11579107" y="6232230"/>
            <a:ext cx="430079" cy="365125"/>
          </a:xfrm>
        </p:spPr>
        <p:txBody>
          <a:bodyPr/>
          <a:lstStyle/>
          <a:p>
            <a:fld id="{A1371F83-EA4D-3B47-99B9-95D90583DC1D}" type="slidenum">
              <a:rPr lang="en-US" smtClean="0"/>
              <a:pPr/>
              <a:t>1</a:t>
            </a:fld>
            <a:endParaRPr lang="en-US"/>
          </a:p>
        </p:txBody>
      </p:sp>
      <p:sp>
        <p:nvSpPr>
          <p:cNvPr id="2" name="Title 1">
            <a:extLst>
              <a:ext uri="{FF2B5EF4-FFF2-40B4-BE49-F238E27FC236}">
                <a16:creationId xmlns:a16="http://schemas.microsoft.com/office/drawing/2014/main" id="{E45B6932-9BA9-2103-14A2-C3C2D1AFD3D1}"/>
              </a:ext>
            </a:extLst>
          </p:cNvPr>
          <p:cNvSpPr>
            <a:spLocks noGrp="1"/>
          </p:cNvSpPr>
          <p:nvPr>
            <p:ph type="title"/>
          </p:nvPr>
        </p:nvSpPr>
        <p:spPr>
          <a:xfrm>
            <a:off x="457200" y="2390819"/>
            <a:ext cx="7810107" cy="997196"/>
          </a:xfrm>
        </p:spPr>
        <p:txBody>
          <a:bodyPr wrap="square" lIns="0" tIns="0" rIns="0" bIns="0" anchor="t">
            <a:spAutoFit/>
          </a:bodyPr>
          <a:lstStyle/>
          <a:p>
            <a:r>
              <a:rPr lang="en-US">
                <a:latin typeface="Georgia"/>
              </a:rPr>
              <a:t xml:space="preserve">New Org: </a:t>
            </a:r>
            <a:br>
              <a:rPr lang="en-US"/>
            </a:br>
            <a:r>
              <a:rPr lang="en-US">
                <a:latin typeface="Georgia"/>
              </a:rPr>
              <a:t>What’s important week of April 27</a:t>
            </a:r>
            <a:endParaRPr lang="en-US"/>
          </a:p>
        </p:txBody>
      </p:sp>
    </p:spTree>
    <p:custDataLst>
      <p:tags r:id="rId1"/>
    </p:custDataLst>
    <p:extLst>
      <p:ext uri="{BB962C8B-B14F-4D97-AF65-F5344CB8AC3E}">
        <p14:creationId xmlns:p14="http://schemas.microsoft.com/office/powerpoint/2010/main" val="350097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873426-A370-1B6C-5747-ADC5D5127977}"/>
              </a:ext>
            </a:extLst>
          </p:cNvPr>
          <p:cNvSpPr>
            <a:spLocks noGrp="1"/>
          </p:cNvSpPr>
          <p:nvPr>
            <p:ph type="sldNum" sz="quarter" idx="10"/>
          </p:nvPr>
        </p:nvSpPr>
        <p:spPr/>
        <p:txBody>
          <a:bodyPr/>
          <a:lstStyle/>
          <a:p>
            <a:fld id="{A1371F83-EA4D-3B47-99B9-95D90583DC1D}" type="slidenum">
              <a:rPr lang="en-US" smtClean="0"/>
              <a:pPr/>
              <a:t>2</a:t>
            </a:fld>
            <a:endParaRPr lang="en-US"/>
          </a:p>
        </p:txBody>
      </p:sp>
      <p:sp>
        <p:nvSpPr>
          <p:cNvPr id="4" name="Title 3">
            <a:extLst>
              <a:ext uri="{FF2B5EF4-FFF2-40B4-BE49-F238E27FC236}">
                <a16:creationId xmlns:a16="http://schemas.microsoft.com/office/drawing/2014/main" id="{FC6C1E40-793C-1067-89EC-A702933EA360}"/>
              </a:ext>
            </a:extLst>
          </p:cNvPr>
          <p:cNvSpPr>
            <a:spLocks noGrp="1"/>
          </p:cNvSpPr>
          <p:nvPr>
            <p:ph type="title"/>
          </p:nvPr>
        </p:nvSpPr>
        <p:spPr>
          <a:xfrm>
            <a:off x="626269" y="621195"/>
            <a:ext cx="10939462" cy="565003"/>
          </a:xfrm>
        </p:spPr>
        <p:txBody>
          <a:bodyPr/>
          <a:lstStyle/>
          <a:p>
            <a:r>
              <a:rPr lang="en-US" dirty="0"/>
              <a:t>Register today: Economic and Market Update</a:t>
            </a:r>
          </a:p>
        </p:txBody>
      </p:sp>
      <p:sp>
        <p:nvSpPr>
          <p:cNvPr id="5" name="Rectangle 4">
            <a:extLst>
              <a:ext uri="{FF2B5EF4-FFF2-40B4-BE49-F238E27FC236}">
                <a16:creationId xmlns:a16="http://schemas.microsoft.com/office/drawing/2014/main" id="{258B8822-2096-4D12-CE04-A21D80CEEB7A}"/>
              </a:ext>
            </a:extLst>
          </p:cNvPr>
          <p:cNvSpPr/>
          <p:nvPr/>
        </p:nvSpPr>
        <p:spPr>
          <a:xfrm>
            <a:off x="626270" y="1442827"/>
            <a:ext cx="10939462" cy="4151857"/>
          </a:xfrm>
          <a:prstGeom prst="rect">
            <a:avLst/>
          </a:prstGeom>
          <a:solidFill>
            <a:schemeClr val="bg1">
              <a:alpha val="34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pic>
        <p:nvPicPr>
          <p:cNvPr id="1026" name="Picture 2">
            <a:extLst>
              <a:ext uri="{FF2B5EF4-FFF2-40B4-BE49-F238E27FC236}">
                <a16:creationId xmlns:a16="http://schemas.microsoft.com/office/drawing/2014/main" id="{A6155F94-4320-4A7D-2023-FBF66AD59C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8227" y="1590675"/>
            <a:ext cx="4676775" cy="367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4C3B0E58-E9C5-F582-BE96-9A4E55B5B455}"/>
              </a:ext>
            </a:extLst>
          </p:cNvPr>
          <p:cNvSpPr txBox="1"/>
          <p:nvPr/>
        </p:nvSpPr>
        <p:spPr>
          <a:xfrm>
            <a:off x="810189" y="1698140"/>
            <a:ext cx="5848038" cy="1754326"/>
          </a:xfrm>
          <a:prstGeom prst="rect">
            <a:avLst/>
          </a:prstGeom>
          <a:noFill/>
        </p:spPr>
        <p:txBody>
          <a:bodyPr wrap="square">
            <a:spAutoFit/>
          </a:bodyPr>
          <a:lstStyle/>
          <a:p>
            <a:r>
              <a:rPr lang="en-US" sz="2400">
                <a:effectLst/>
                <a:ea typeface="Aptos" panose="020B0004020202020204" pitchFamily="34" charset="0"/>
                <a:cs typeface="Aptos" panose="020B0004020202020204" pitchFamily="34" charset="0"/>
              </a:rPr>
              <a:t xml:space="preserve">May 1 at 12:30 pm ET with </a:t>
            </a:r>
            <a:br>
              <a:rPr lang="en-US" sz="2400">
                <a:effectLst/>
                <a:ea typeface="Aptos" panose="020B0004020202020204" pitchFamily="34" charset="0"/>
                <a:cs typeface="Aptos" panose="020B0004020202020204" pitchFamily="34" charset="0"/>
              </a:rPr>
            </a:br>
            <a:r>
              <a:rPr lang="en-US"/>
              <a:t xml:space="preserve">Senior Vice President and Head of Agency, </a:t>
            </a:r>
            <a:br>
              <a:rPr lang="en-US"/>
            </a:br>
            <a:r>
              <a:rPr lang="en-US" sz="2400" b="1"/>
              <a:t xml:space="preserve">Sonali Virendra </a:t>
            </a:r>
            <a:r>
              <a:rPr lang="en-US" sz="2400"/>
              <a:t xml:space="preserve">and </a:t>
            </a:r>
            <a:br>
              <a:rPr lang="en-US"/>
            </a:br>
            <a:r>
              <a:rPr lang="en-US"/>
              <a:t xml:space="preserve">Senior Managing Director and Chief Investment Officer, </a:t>
            </a:r>
            <a:r>
              <a:rPr lang="en-US" sz="2400" b="1"/>
              <a:t>Craig Sabal</a:t>
            </a:r>
            <a:r>
              <a:rPr lang="en-US" sz="2400"/>
              <a:t>.</a:t>
            </a:r>
          </a:p>
        </p:txBody>
      </p:sp>
      <p:sp>
        <p:nvSpPr>
          <p:cNvPr id="8" name="Rectangle 7">
            <a:extLst>
              <a:ext uri="{FF2B5EF4-FFF2-40B4-BE49-F238E27FC236}">
                <a16:creationId xmlns:a16="http://schemas.microsoft.com/office/drawing/2014/main" id="{C197E637-A803-6280-D8DF-AFD51BD650DE}"/>
              </a:ext>
            </a:extLst>
          </p:cNvPr>
          <p:cNvSpPr/>
          <p:nvPr/>
        </p:nvSpPr>
        <p:spPr bwMode="ltGray">
          <a:xfrm>
            <a:off x="810190" y="3738771"/>
            <a:ext cx="5335421" cy="1227422"/>
          </a:xfrm>
          <a:prstGeom prst="rect">
            <a:avLst/>
          </a:prstGeom>
          <a:solidFill>
            <a:schemeClr val="accent3">
              <a:alpha val="7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9" name="Isosceles Triangle 8">
            <a:extLst>
              <a:ext uri="{FF2B5EF4-FFF2-40B4-BE49-F238E27FC236}">
                <a16:creationId xmlns:a16="http://schemas.microsoft.com/office/drawing/2014/main" id="{6E335861-8813-8CB9-BEDC-B21B8FEA2B92}"/>
              </a:ext>
            </a:extLst>
          </p:cNvPr>
          <p:cNvSpPr/>
          <p:nvPr/>
        </p:nvSpPr>
        <p:spPr bwMode="ltGray">
          <a:xfrm rot="5400000">
            <a:off x="3383788" y="4234466"/>
            <a:ext cx="285220" cy="236032"/>
          </a:xfrm>
          <a:prstGeom prst="triangle">
            <a:avLst/>
          </a:prstGeom>
          <a:solidFill>
            <a:schemeClr val="accent2"/>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sp>
        <p:nvSpPr>
          <p:cNvPr id="11" name="TextBox 10">
            <a:extLst>
              <a:ext uri="{FF2B5EF4-FFF2-40B4-BE49-F238E27FC236}">
                <a16:creationId xmlns:a16="http://schemas.microsoft.com/office/drawing/2014/main" id="{8461EA44-20BA-9F54-3A6F-4EB0D04E23B4}"/>
              </a:ext>
            </a:extLst>
          </p:cNvPr>
          <p:cNvSpPr txBox="1"/>
          <p:nvPr/>
        </p:nvSpPr>
        <p:spPr>
          <a:xfrm>
            <a:off x="1002695" y="3982723"/>
            <a:ext cx="2221768" cy="646331"/>
          </a:xfrm>
          <a:prstGeom prst="rect">
            <a:avLst/>
          </a:prstGeom>
          <a:noFill/>
        </p:spPr>
        <p:txBody>
          <a:bodyPr wrap="square">
            <a:spAutoFit/>
          </a:bodyPr>
          <a:lstStyle/>
          <a:p>
            <a:r>
              <a:rPr kumimoji="0" lang="en-US" sz="1800" b="0" i="0" u="none" strike="noStrike" kern="1200" cap="none" spc="0" normalizeH="0" baseline="0" noProof="0">
                <a:ln>
                  <a:noFill/>
                </a:ln>
                <a:solidFill>
                  <a:srgbClr val="0468FF"/>
                </a:solidFill>
                <a:effectLst/>
                <a:uLnTx/>
                <a:uFillTx/>
                <a:latin typeface="Arial"/>
                <a:ea typeface="+mn-ea"/>
                <a:cs typeface="+mn-cs"/>
              </a:rPr>
              <a:t>Scan the QR code to register</a:t>
            </a:r>
            <a:endParaRPr lang="en-US"/>
          </a:p>
        </p:txBody>
      </p:sp>
      <p:pic>
        <p:nvPicPr>
          <p:cNvPr id="13" name="Picture 12">
            <a:extLst>
              <a:ext uri="{FF2B5EF4-FFF2-40B4-BE49-F238E27FC236}">
                <a16:creationId xmlns:a16="http://schemas.microsoft.com/office/drawing/2014/main" id="{C78097C3-63EB-2DC6-7A47-57DC0525AD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09862" y="3876947"/>
            <a:ext cx="960020" cy="960020"/>
          </a:xfrm>
          <a:prstGeom prst="rect">
            <a:avLst/>
          </a:prstGeom>
        </p:spPr>
      </p:pic>
    </p:spTree>
    <p:extLst>
      <p:ext uri="{BB962C8B-B14F-4D97-AF65-F5344CB8AC3E}">
        <p14:creationId xmlns:p14="http://schemas.microsoft.com/office/powerpoint/2010/main" val="2847356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1E52E-A8A3-1037-ABC1-F45496D55FFC}"/>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BF26C74C-E766-B937-D4E5-B216F95BB43E}"/>
              </a:ext>
            </a:extLst>
          </p:cNvPr>
          <p:cNvSpPr>
            <a:spLocks/>
          </p:cNvSpPr>
          <p:nvPr/>
        </p:nvSpPr>
        <p:spPr>
          <a:xfrm>
            <a:off x="632355" y="1470650"/>
            <a:ext cx="10951962" cy="449169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rial"/>
              <a:ea typeface="+mn-ea"/>
              <a:cs typeface="+mn-cs"/>
            </a:endParaRPr>
          </a:p>
        </p:txBody>
      </p:sp>
      <p:sp>
        <p:nvSpPr>
          <p:cNvPr id="3" name="Rectangle 2">
            <a:extLst>
              <a:ext uri="{FF2B5EF4-FFF2-40B4-BE49-F238E27FC236}">
                <a16:creationId xmlns:a16="http://schemas.microsoft.com/office/drawing/2014/main" id="{EA6AB155-AF61-A711-D4E4-2D3EE56FC8A8}"/>
              </a:ext>
            </a:extLst>
          </p:cNvPr>
          <p:cNvSpPr/>
          <p:nvPr/>
        </p:nvSpPr>
        <p:spPr>
          <a:xfrm>
            <a:off x="688559" y="1521937"/>
            <a:ext cx="10839555" cy="4389120"/>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itle 1">
            <a:extLst>
              <a:ext uri="{FF2B5EF4-FFF2-40B4-BE49-F238E27FC236}">
                <a16:creationId xmlns:a16="http://schemas.microsoft.com/office/drawing/2014/main" id="{135EAA11-0C7B-2BE0-D55A-9A184B620776}"/>
              </a:ext>
            </a:extLst>
          </p:cNvPr>
          <p:cNvSpPr>
            <a:spLocks noGrp="1"/>
          </p:cNvSpPr>
          <p:nvPr>
            <p:ph type="title"/>
          </p:nvPr>
        </p:nvSpPr>
        <p:spPr>
          <a:xfrm>
            <a:off x="626269" y="493776"/>
            <a:ext cx="10939462" cy="534756"/>
          </a:xfrm>
        </p:spPr>
        <p:txBody>
          <a:bodyPr vert="horz" lIns="0" tIns="0" rIns="0" bIns="0" anchor="t" anchorCtr="0"/>
          <a:lstStyle/>
          <a:p>
            <a:r>
              <a:rPr lang="en-IN" dirty="0"/>
              <a:t xml:space="preserve">Get practical tips on how to work smarter with </a:t>
            </a:r>
            <a:r>
              <a:rPr lang="en-IN" dirty="0" err="1"/>
              <a:t>ClientMine</a:t>
            </a:r>
            <a:endParaRPr lang="en-US" dirty="0"/>
          </a:p>
        </p:txBody>
      </p:sp>
      <p:sp>
        <p:nvSpPr>
          <p:cNvPr id="51" name="Slide Number Placeholder 50">
            <a:extLst>
              <a:ext uri="{FF2B5EF4-FFF2-40B4-BE49-F238E27FC236}">
                <a16:creationId xmlns:a16="http://schemas.microsoft.com/office/drawing/2014/main" id="{53053D97-CD82-9032-6C14-1E14C7A7E5F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7" name="Text Placeholder 2">
            <a:extLst>
              <a:ext uri="{FF2B5EF4-FFF2-40B4-BE49-F238E27FC236}">
                <a16:creationId xmlns:a16="http://schemas.microsoft.com/office/drawing/2014/main" id="{FFC78978-06CE-F3D5-D41E-7AD9FB623F55}"/>
              </a:ext>
            </a:extLst>
          </p:cNvPr>
          <p:cNvSpPr txBox="1">
            <a:spLocks/>
          </p:cNvSpPr>
          <p:nvPr/>
        </p:nvSpPr>
        <p:spPr>
          <a:xfrm>
            <a:off x="627063" y="1042969"/>
            <a:ext cx="10951963" cy="307777"/>
          </a:xfrm>
          <a:prstGeom prst="rect">
            <a:avLst/>
          </a:prstGeom>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000" i="0" u="none" strike="noStrike" kern="1200" cap="none" spc="0" normalizeH="0" baseline="0" noProof="0" dirty="0">
                <a:ln>
                  <a:noFill/>
                </a:ln>
                <a:solidFill>
                  <a:schemeClr val="accent2"/>
                </a:solidFill>
                <a:effectLst/>
                <a:uLnTx/>
                <a:uFillTx/>
                <a:latin typeface="Arial"/>
                <a:ea typeface="+mn-ea"/>
                <a:cs typeface="Arial" panose="020B0604020202020204" pitchFamily="34" charset="0"/>
              </a:rPr>
              <a:t>Join this Tech Training Thursday session for agents</a:t>
            </a:r>
          </a:p>
        </p:txBody>
      </p:sp>
      <p:sp>
        <p:nvSpPr>
          <p:cNvPr id="6" name="TextBox 5">
            <a:extLst>
              <a:ext uri="{FF2B5EF4-FFF2-40B4-BE49-F238E27FC236}">
                <a16:creationId xmlns:a16="http://schemas.microsoft.com/office/drawing/2014/main" id="{EEDD765A-366D-4748-99D0-AF3CBDEF794B}"/>
              </a:ext>
            </a:extLst>
          </p:cNvPr>
          <p:cNvSpPr txBox="1"/>
          <p:nvPr/>
        </p:nvSpPr>
        <p:spPr>
          <a:xfrm>
            <a:off x="3851237" y="2724693"/>
            <a:ext cx="7203357" cy="174406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2000" b="1" i="0" u="none" strike="noStrike" kern="1200" cap="none" spc="0" normalizeH="0" baseline="0" noProof="0">
                <a:ln>
                  <a:noFill/>
                </a:ln>
                <a:solidFill>
                  <a:srgbClr val="000962"/>
                </a:solidFill>
                <a:effectLst/>
                <a:uLnTx/>
                <a:uFillTx/>
                <a:latin typeface="Arial"/>
                <a:ea typeface="+mn-ea"/>
                <a:cs typeface="+mn-cs"/>
              </a:rPr>
              <a:t>What we’ll cover:</a:t>
            </a:r>
          </a:p>
          <a:p>
            <a:pPr marL="342900" marR="0" lvl="0" indent="-34290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962"/>
                </a:solidFill>
                <a:effectLst/>
                <a:uLnTx/>
                <a:uFillTx/>
                <a:latin typeface="Arial"/>
                <a:ea typeface="+mn-ea"/>
                <a:cs typeface="+mn-cs"/>
              </a:rPr>
              <a:t xml:space="preserve">Live demo of how to navigate </a:t>
            </a:r>
            <a:r>
              <a:rPr kumimoji="0" lang="en-US" sz="2000" b="0" i="0" u="none" strike="noStrike" kern="1200" cap="none" spc="0" normalizeH="0" baseline="0" noProof="0" err="1">
                <a:ln>
                  <a:noFill/>
                </a:ln>
                <a:solidFill>
                  <a:srgbClr val="000962"/>
                </a:solidFill>
                <a:effectLst/>
                <a:uLnTx/>
                <a:uFillTx/>
                <a:latin typeface="Arial"/>
                <a:ea typeface="+mn-ea"/>
                <a:cs typeface="+mn-cs"/>
              </a:rPr>
              <a:t>ClientMine</a:t>
            </a:r>
            <a:r>
              <a:rPr kumimoji="0" lang="en-US" sz="2000" b="0" i="0" u="none" strike="noStrike" kern="1200" cap="none" spc="0" normalizeH="0" baseline="0" noProof="0">
                <a:ln>
                  <a:noFill/>
                </a:ln>
                <a:solidFill>
                  <a:srgbClr val="000962"/>
                </a:solidFill>
                <a:effectLst/>
                <a:uLnTx/>
                <a:uFillTx/>
                <a:latin typeface="Arial"/>
                <a:ea typeface="+mn-ea"/>
                <a:cs typeface="+mn-cs"/>
              </a:rPr>
              <a:t xml:space="preserve"> with ease</a:t>
            </a:r>
          </a:p>
          <a:p>
            <a:pPr marL="342900" marR="0" lvl="0" indent="-34290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962"/>
                </a:solidFill>
                <a:effectLst/>
                <a:uLnTx/>
                <a:uFillTx/>
                <a:latin typeface="Arial"/>
                <a:ea typeface="+mn-ea"/>
                <a:cs typeface="+mn-cs"/>
              </a:rPr>
              <a:t xml:space="preserve">Highlights from recent </a:t>
            </a:r>
            <a:r>
              <a:rPr kumimoji="0" lang="en-US" sz="2000" b="0" i="0" u="none" strike="noStrike" kern="1200" cap="none" spc="0" normalizeH="0" baseline="0" noProof="0" err="1">
                <a:ln>
                  <a:noFill/>
                </a:ln>
                <a:solidFill>
                  <a:srgbClr val="000962"/>
                </a:solidFill>
                <a:effectLst/>
                <a:uLnTx/>
                <a:uFillTx/>
                <a:latin typeface="Arial"/>
                <a:ea typeface="+mn-ea"/>
                <a:cs typeface="+mn-cs"/>
              </a:rPr>
              <a:t>ClientMine</a:t>
            </a:r>
            <a:r>
              <a:rPr kumimoji="0" lang="en-US" sz="2000" b="0" i="0" u="none" strike="noStrike" kern="1200" cap="none" spc="0" normalizeH="0" baseline="0" noProof="0">
                <a:ln>
                  <a:noFill/>
                </a:ln>
                <a:solidFill>
                  <a:srgbClr val="000962"/>
                </a:solidFill>
                <a:effectLst/>
                <a:uLnTx/>
                <a:uFillTx/>
                <a:latin typeface="Arial"/>
                <a:ea typeface="+mn-ea"/>
                <a:cs typeface="+mn-cs"/>
              </a:rPr>
              <a:t xml:space="preserve"> releases and features</a:t>
            </a:r>
          </a:p>
          <a:p>
            <a:pPr marL="342900" marR="0" lvl="0" indent="-34290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962"/>
                </a:solidFill>
                <a:effectLst/>
                <a:uLnTx/>
                <a:uFillTx/>
                <a:latin typeface="Arial"/>
                <a:ea typeface="+mn-ea"/>
                <a:cs typeface="+mn-cs"/>
              </a:rPr>
              <a:t>Tips to help you get more from the platform</a:t>
            </a:r>
          </a:p>
          <a:p>
            <a:pPr marL="342900" marR="0" lvl="0" indent="-34290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962"/>
                </a:solidFill>
                <a:effectLst/>
                <a:uLnTx/>
                <a:uFillTx/>
                <a:latin typeface="Arial"/>
                <a:ea typeface="+mn-ea"/>
                <a:cs typeface="+mn-cs"/>
              </a:rPr>
              <a:t>Practical ideas agents can use right away</a:t>
            </a:r>
          </a:p>
        </p:txBody>
      </p:sp>
      <p:sp>
        <p:nvSpPr>
          <p:cNvPr id="14" name="TextBox 13">
            <a:extLst>
              <a:ext uri="{FF2B5EF4-FFF2-40B4-BE49-F238E27FC236}">
                <a16:creationId xmlns:a16="http://schemas.microsoft.com/office/drawing/2014/main" id="{47F045EB-0296-975F-01C4-C3F242ECC3A4}"/>
              </a:ext>
            </a:extLst>
          </p:cNvPr>
          <p:cNvSpPr txBox="1"/>
          <p:nvPr/>
        </p:nvSpPr>
        <p:spPr>
          <a:xfrm>
            <a:off x="3380431" y="1613125"/>
            <a:ext cx="8048112" cy="923330"/>
          </a:xfrm>
          <a:prstGeom prst="rect">
            <a:avLst/>
          </a:prstGeom>
          <a:solidFill>
            <a:srgbClr val="79BAFF"/>
          </a:solidFill>
        </p:spPr>
        <p:txBody>
          <a:bodyPr wrap="square" lIns="457200" tIns="91440" rIns="274320" bIns="9144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2"/>
                </a:solidFill>
                <a:effectLst/>
                <a:uLnTx/>
                <a:uFillTx/>
                <a:latin typeface="Arial"/>
                <a:ea typeface="+mn-ea"/>
                <a:cs typeface="+mn-cs"/>
              </a:rPr>
              <a:t xml:space="preserve">In 30 minutes, get a live look at ClientMine, learn navigation tips, and hear highlights from recent releases. </a:t>
            </a:r>
            <a:r>
              <a:rPr kumimoji="0" lang="en-US" sz="1600" b="1" i="0" u="none" strike="noStrike" kern="1200" cap="none" spc="0" normalizeH="0" baseline="0" noProof="0">
                <a:ln>
                  <a:noFill/>
                </a:ln>
                <a:solidFill>
                  <a:srgbClr val="000962"/>
                </a:solidFill>
                <a:effectLst/>
                <a:uLnTx/>
                <a:uFillTx/>
                <a:latin typeface="Arial"/>
                <a:ea typeface="+mn-ea"/>
                <a:cs typeface="+mn-cs"/>
              </a:rPr>
              <a:t>Travis Rhine, President’s Council, Greater South Carolina Office</a:t>
            </a:r>
            <a:r>
              <a:rPr kumimoji="0" lang="en-US" sz="1600" b="0" i="0" u="none" strike="noStrike" kern="1200" cap="none" spc="0" normalizeH="0" baseline="0" noProof="0">
                <a:ln>
                  <a:noFill/>
                </a:ln>
                <a:solidFill>
                  <a:srgbClr val="000962"/>
                </a:solidFill>
                <a:effectLst/>
                <a:uLnTx/>
                <a:uFillTx/>
                <a:latin typeface="Arial"/>
                <a:ea typeface="+mn-ea"/>
                <a:cs typeface="+mn-cs"/>
              </a:rPr>
              <a:t>, will share ideas agents can use right away.</a:t>
            </a:r>
          </a:p>
        </p:txBody>
      </p:sp>
      <p:sp>
        <p:nvSpPr>
          <p:cNvPr id="17" name="Rectangle 16">
            <a:extLst>
              <a:ext uri="{FF2B5EF4-FFF2-40B4-BE49-F238E27FC236}">
                <a16:creationId xmlns:a16="http://schemas.microsoft.com/office/drawing/2014/main" id="{44638094-8811-9BEA-DD75-839C67039964}"/>
              </a:ext>
            </a:extLst>
          </p:cNvPr>
          <p:cNvSpPr/>
          <p:nvPr/>
        </p:nvSpPr>
        <p:spPr bwMode="ltGray">
          <a:xfrm>
            <a:off x="6032509" y="4662867"/>
            <a:ext cx="5202109"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8" name="TextBox 17">
            <a:extLst>
              <a:ext uri="{FF2B5EF4-FFF2-40B4-BE49-F238E27FC236}">
                <a16:creationId xmlns:a16="http://schemas.microsoft.com/office/drawing/2014/main" id="{7E496470-6943-ED5D-9B6A-8DD242172EA5}"/>
              </a:ext>
            </a:extLst>
          </p:cNvPr>
          <p:cNvSpPr txBox="1"/>
          <p:nvPr/>
        </p:nvSpPr>
        <p:spPr>
          <a:xfrm>
            <a:off x="6280458" y="4966485"/>
            <a:ext cx="3438790"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42E8"/>
                </a:solidFill>
                <a:effectLst/>
                <a:uLnTx/>
                <a:uFillTx/>
                <a:latin typeface="Arial"/>
                <a:ea typeface="+mn-ea"/>
                <a:cs typeface="+mn-cs"/>
              </a:rPr>
              <a:t>Scan the QR code to register for this informative tech training today</a:t>
            </a:r>
          </a:p>
        </p:txBody>
      </p:sp>
      <p:sp>
        <p:nvSpPr>
          <p:cNvPr id="19" name="Isosceles Triangle 18">
            <a:extLst>
              <a:ext uri="{FF2B5EF4-FFF2-40B4-BE49-F238E27FC236}">
                <a16:creationId xmlns:a16="http://schemas.microsoft.com/office/drawing/2014/main" id="{07BD8314-65AC-293F-FCF7-59D04723ACF0}"/>
              </a:ext>
            </a:extLst>
          </p:cNvPr>
          <p:cNvSpPr/>
          <p:nvPr/>
        </p:nvSpPr>
        <p:spPr bwMode="ltGray">
          <a:xfrm rot="5400000">
            <a:off x="9859859" y="5094690"/>
            <a:ext cx="285220" cy="236032"/>
          </a:xfrm>
          <a:prstGeom prst="triangle">
            <a:avLst/>
          </a:prstGeom>
          <a:solidFill>
            <a:srgbClr val="0468FF"/>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pic>
        <p:nvPicPr>
          <p:cNvPr id="20" name="Picture 19">
            <a:extLst>
              <a:ext uri="{FF2B5EF4-FFF2-40B4-BE49-F238E27FC236}">
                <a16:creationId xmlns:a16="http://schemas.microsoft.com/office/drawing/2014/main" id="{E79035EE-3A0D-7D83-B031-6CE46BD3401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279627" y="4659932"/>
            <a:ext cx="1105549" cy="1105549"/>
          </a:xfrm>
          <a:prstGeom prst="rect">
            <a:avLst/>
          </a:prstGeom>
        </p:spPr>
      </p:pic>
      <p:pic>
        <p:nvPicPr>
          <p:cNvPr id="22" name="Picture 21">
            <a:extLst>
              <a:ext uri="{FF2B5EF4-FFF2-40B4-BE49-F238E27FC236}">
                <a16:creationId xmlns:a16="http://schemas.microsoft.com/office/drawing/2014/main" id="{27BF6C77-372F-07CE-750E-196CA1E6C964}"/>
              </a:ext>
            </a:extLst>
          </p:cNvPr>
          <p:cNvPicPr>
            <a:picLocks noChangeAspect="1"/>
          </p:cNvPicPr>
          <p:nvPr/>
        </p:nvPicPr>
        <p:blipFill>
          <a:blip r:embed="rId4">
            <a:extLst>
              <a:ext uri="{28A0092B-C50C-407E-A947-70E740481C1C}">
                <a14:useLocalDpi xmlns:a14="http://schemas.microsoft.com/office/drawing/2010/main" val="0"/>
              </a:ext>
            </a:extLst>
          </a:blip>
          <a:srcRect t="3906" r="1365" b="-20880"/>
          <a:stretch>
            <a:fillRect/>
          </a:stretch>
        </p:blipFill>
        <p:spPr>
          <a:xfrm>
            <a:off x="806824" y="1613125"/>
            <a:ext cx="2474037" cy="2933971"/>
          </a:xfrm>
          <a:prstGeom prst="rect">
            <a:avLst/>
          </a:prstGeom>
        </p:spPr>
      </p:pic>
      <p:sp>
        <p:nvSpPr>
          <p:cNvPr id="23" name="Rectangle 22">
            <a:extLst>
              <a:ext uri="{FF2B5EF4-FFF2-40B4-BE49-F238E27FC236}">
                <a16:creationId xmlns:a16="http://schemas.microsoft.com/office/drawing/2014/main" id="{C55D1E98-6E26-E48A-AEE1-672470D7C7BB}"/>
              </a:ext>
            </a:extLst>
          </p:cNvPr>
          <p:cNvSpPr/>
          <p:nvPr/>
        </p:nvSpPr>
        <p:spPr bwMode="ltGray">
          <a:xfrm>
            <a:off x="806824" y="4662867"/>
            <a:ext cx="5060480" cy="1099679"/>
          </a:xfrm>
          <a:prstGeom prst="rect">
            <a:avLst/>
          </a:prstGeom>
          <a:solidFill>
            <a:srgbClr val="0042E8"/>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25" name="TextBox 24">
            <a:extLst>
              <a:ext uri="{FF2B5EF4-FFF2-40B4-BE49-F238E27FC236}">
                <a16:creationId xmlns:a16="http://schemas.microsoft.com/office/drawing/2014/main" id="{C1B5E076-5351-47F3-4F17-9884285966E0}"/>
              </a:ext>
            </a:extLst>
          </p:cNvPr>
          <p:cNvSpPr txBox="1"/>
          <p:nvPr/>
        </p:nvSpPr>
        <p:spPr>
          <a:xfrm>
            <a:off x="806823" y="3982475"/>
            <a:ext cx="2474037" cy="600164"/>
          </a:xfrm>
          <a:prstGeom prst="rect">
            <a:avLst/>
          </a:prstGeom>
          <a:solidFill>
            <a:schemeClr val="tx1"/>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79BAFF"/>
                </a:solidFill>
                <a:effectLst/>
                <a:uLnTx/>
                <a:uFillTx/>
                <a:latin typeface="Arial" panose="020B0604020202020204" pitchFamily="34" charset="0"/>
                <a:ea typeface="Calibri" panose="020F0502020204030204" pitchFamily="34" charset="0"/>
                <a:cs typeface="Arial" panose="020B0604020202020204" pitchFamily="34" charset="0"/>
              </a:rPr>
              <a:t>Travis Rhine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79BAFF"/>
                </a:solidFill>
                <a:effectLst/>
                <a:uLnTx/>
                <a:uFillTx/>
                <a:latin typeface="Arial" panose="020B0604020202020204" pitchFamily="34" charset="0"/>
                <a:ea typeface="Calibri" panose="020F0502020204030204" pitchFamily="34" charset="0"/>
                <a:cs typeface="Arial" panose="020B0604020202020204" pitchFamily="34" charset="0"/>
              </a:rPr>
              <a:t>President’s Council,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79BAFF"/>
                </a:solidFill>
                <a:effectLst/>
                <a:uLnTx/>
                <a:uFillTx/>
                <a:latin typeface="Arial" panose="020B0604020202020204" pitchFamily="34" charset="0"/>
                <a:ea typeface="Calibri" panose="020F0502020204030204" pitchFamily="34" charset="0"/>
                <a:cs typeface="Arial" panose="020B0604020202020204" pitchFamily="34" charset="0"/>
              </a:rPr>
              <a:t>Greater South Carolina Office</a:t>
            </a:r>
            <a:endParaRPr kumimoji="0" lang="en-US" sz="1100" b="0" i="0" u="none" strike="noStrike" kern="1200" cap="none" spc="0" normalizeH="0" baseline="0" noProof="0" dirty="0">
              <a:ln>
                <a:noFill/>
              </a:ln>
              <a:solidFill>
                <a:srgbClr val="79BAFF"/>
              </a:solidFill>
              <a:effectLst/>
              <a:uLnTx/>
              <a:uFillTx/>
              <a:latin typeface="Arial" panose="020B0604020202020204" pitchFamily="34" charset="0"/>
              <a:ea typeface="+mn-ea"/>
              <a:cs typeface="Arial" panose="020B0604020202020204" pitchFamily="34" charset="0"/>
            </a:endParaRPr>
          </a:p>
        </p:txBody>
      </p:sp>
      <p:pic>
        <p:nvPicPr>
          <p:cNvPr id="27" name="Picture 26">
            <a:extLst>
              <a:ext uri="{FF2B5EF4-FFF2-40B4-BE49-F238E27FC236}">
                <a16:creationId xmlns:a16="http://schemas.microsoft.com/office/drawing/2014/main" id="{A1A816C0-BA93-C80F-F903-4BC039A12D0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3656" y="4801960"/>
            <a:ext cx="538178" cy="537926"/>
          </a:xfrm>
          <a:prstGeom prst="rect">
            <a:avLst/>
          </a:prstGeom>
        </p:spPr>
      </p:pic>
      <p:sp>
        <p:nvSpPr>
          <p:cNvPr id="29" name="TextBox 28">
            <a:extLst>
              <a:ext uri="{FF2B5EF4-FFF2-40B4-BE49-F238E27FC236}">
                <a16:creationId xmlns:a16="http://schemas.microsoft.com/office/drawing/2014/main" id="{46A073E8-FA65-D452-657B-500A3281AF61}"/>
              </a:ext>
            </a:extLst>
          </p:cNvPr>
          <p:cNvSpPr txBox="1"/>
          <p:nvPr/>
        </p:nvSpPr>
        <p:spPr>
          <a:xfrm>
            <a:off x="1989783" y="4763147"/>
            <a:ext cx="3899788" cy="615553"/>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Arial"/>
                <a:ea typeface="+mn-ea"/>
                <a:cs typeface="+mn-cs"/>
              </a:rPr>
              <a:t>Date: April 30</a:t>
            </a:r>
            <a:br>
              <a:rPr lang="en-US" sz="2000" b="0" i="0" u="none" strike="noStrike" kern="1200" cap="none" spc="0" normalizeH="0" baseline="0" noProof="0" dirty="0">
                <a:ln>
                  <a:noFill/>
                </a:ln>
                <a:effectLst/>
                <a:uLnTx/>
                <a:uFillTx/>
                <a:latin typeface="Arial"/>
              </a:rPr>
            </a:br>
            <a:r>
              <a:rPr kumimoji="0" lang="en-US" sz="2000" b="0" i="0" u="none" strike="noStrike" kern="1200" cap="none" spc="0" normalizeH="0" baseline="0" noProof="0">
                <a:ln>
                  <a:noFill/>
                </a:ln>
                <a:solidFill>
                  <a:srgbClr val="FFFFFF"/>
                </a:solidFill>
                <a:effectLst/>
                <a:uLnTx/>
                <a:uFillTx/>
                <a:latin typeface="Arial"/>
                <a:ea typeface="+mn-ea"/>
                <a:cs typeface="+mn-cs"/>
              </a:rPr>
              <a:t xml:space="preserve">Time: </a:t>
            </a:r>
            <a:r>
              <a:rPr lang="en-US" sz="2000" b="1">
                <a:solidFill>
                  <a:srgbClr val="FFFFFF"/>
                </a:solidFill>
                <a:latin typeface="Arial"/>
              </a:rPr>
              <a:t>3–3:30</a:t>
            </a:r>
            <a:r>
              <a:rPr kumimoji="0" lang="en-US" sz="2000" b="1" i="0" u="none" strike="noStrike" kern="1200" cap="none" spc="0" normalizeH="0" baseline="0" noProof="0">
                <a:ln>
                  <a:noFill/>
                </a:ln>
                <a:solidFill>
                  <a:srgbClr val="FFFFFF"/>
                </a:solidFill>
                <a:effectLst/>
                <a:uLnTx/>
                <a:uFillTx/>
                <a:latin typeface="Arial"/>
                <a:ea typeface="+mn-ea"/>
                <a:cs typeface="+mn-cs"/>
              </a:rPr>
              <a:t xml:space="preserve"> </a:t>
            </a:r>
            <a:r>
              <a:rPr lang="en-US" sz="2000" b="1">
                <a:solidFill>
                  <a:srgbClr val="FFFFFF"/>
                </a:solidFill>
                <a:latin typeface="Arial"/>
              </a:rPr>
              <a:t>pm</a:t>
            </a:r>
            <a:r>
              <a:rPr kumimoji="0" lang="en-US" sz="2000" b="1" i="0" u="none" strike="noStrike" kern="1200" cap="none" spc="0" normalizeH="0" baseline="0" noProof="0">
                <a:ln>
                  <a:noFill/>
                </a:ln>
                <a:solidFill>
                  <a:srgbClr val="FFFFFF"/>
                </a:solidFill>
                <a:effectLst/>
                <a:uLnTx/>
                <a:uFillTx/>
                <a:latin typeface="Arial"/>
                <a:ea typeface="+mn-ea"/>
                <a:cs typeface="+mn-cs"/>
              </a:rPr>
              <a:t xml:space="preserve"> ET</a:t>
            </a:r>
            <a:endParaRPr kumimoji="0" lang="en-US" sz="2000" b="0" i="0" u="none" strike="noStrike" kern="1200" cap="none" spc="0" normalizeH="0" baseline="30000" noProof="0">
              <a:ln>
                <a:noFill/>
              </a:ln>
              <a:solidFill>
                <a:srgbClr val="FFFFFF"/>
              </a:solidFill>
              <a:effectLst/>
              <a:uLnTx/>
              <a:uFillTx/>
              <a:latin typeface="Arial"/>
              <a:ea typeface="+mn-ea"/>
              <a:cs typeface="+mn-cs"/>
            </a:endParaRPr>
          </a:p>
        </p:txBody>
      </p:sp>
      <p:sp>
        <p:nvSpPr>
          <p:cNvPr id="31" name="TextBox 30">
            <a:extLst>
              <a:ext uri="{FF2B5EF4-FFF2-40B4-BE49-F238E27FC236}">
                <a16:creationId xmlns:a16="http://schemas.microsoft.com/office/drawing/2014/main" id="{88558E06-506D-8DC2-1158-B395F5F52C88}"/>
              </a:ext>
            </a:extLst>
          </p:cNvPr>
          <p:cNvSpPr txBox="1"/>
          <p:nvPr/>
        </p:nvSpPr>
        <p:spPr>
          <a:xfrm>
            <a:off x="1203656" y="5539013"/>
            <a:ext cx="4833140"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tab pos="3711575" algn="l"/>
              </a:tabLst>
              <a:defRPr/>
            </a:pPr>
            <a:r>
              <a:rPr kumimoji="0" lang="en-US" sz="1000" b="0" i="0" u="none" strike="noStrike" kern="1200" cap="none" spc="0" normalizeH="0" baseline="0" noProof="0">
                <a:ln>
                  <a:noFill/>
                </a:ln>
                <a:solidFill>
                  <a:srgbClr val="FFFFFF"/>
                </a:solidFill>
                <a:effectLst/>
                <a:uLnTx/>
                <a:uFillTx/>
                <a:latin typeface="Arial"/>
                <a:ea typeface="+mn-ea"/>
                <a:cs typeface="+mn-cs"/>
              </a:rPr>
              <a:t>2:00 p.m. CT | 1:00 p.m. MT | 12:00 p.m. PT | 11:00 a.m. AKT | 9:00 a.m. HT</a:t>
            </a:r>
          </a:p>
        </p:txBody>
      </p:sp>
      <p:cxnSp>
        <p:nvCxnSpPr>
          <p:cNvPr id="5" name="Straight Connector 4">
            <a:extLst>
              <a:ext uri="{FF2B5EF4-FFF2-40B4-BE49-F238E27FC236}">
                <a16:creationId xmlns:a16="http://schemas.microsoft.com/office/drawing/2014/main" id="{AC943E65-11F3-6830-F0ED-B5A0D6D558C8}"/>
              </a:ext>
            </a:extLst>
          </p:cNvPr>
          <p:cNvCxnSpPr/>
          <p:nvPr/>
        </p:nvCxnSpPr>
        <p:spPr>
          <a:xfrm>
            <a:off x="935421" y="5458928"/>
            <a:ext cx="4771696" cy="0"/>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5423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55D21-1195-A5A2-30B4-C5841389E49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5A4DCF5-B922-54F4-D19F-854FEB1A1E22}"/>
              </a:ext>
            </a:extLst>
          </p:cNvPr>
          <p:cNvSpPr>
            <a:spLocks/>
          </p:cNvSpPr>
          <p:nvPr/>
        </p:nvSpPr>
        <p:spPr>
          <a:xfrm>
            <a:off x="632355" y="1470650"/>
            <a:ext cx="10951962" cy="449169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rial"/>
              <a:ea typeface="+mn-ea"/>
              <a:cs typeface="+mn-cs"/>
            </a:endParaRPr>
          </a:p>
        </p:txBody>
      </p:sp>
      <p:sp>
        <p:nvSpPr>
          <p:cNvPr id="8" name="Rectangle 7">
            <a:extLst>
              <a:ext uri="{FF2B5EF4-FFF2-40B4-BE49-F238E27FC236}">
                <a16:creationId xmlns:a16="http://schemas.microsoft.com/office/drawing/2014/main" id="{B85F5580-3D9A-6F94-826B-E0DBD6B7725D}"/>
              </a:ext>
            </a:extLst>
          </p:cNvPr>
          <p:cNvSpPr/>
          <p:nvPr/>
        </p:nvSpPr>
        <p:spPr>
          <a:xfrm>
            <a:off x="688559" y="1521937"/>
            <a:ext cx="6231220" cy="4389120"/>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4" name="Rectangle: Rounded Corners 23">
            <a:extLst>
              <a:ext uri="{FF2B5EF4-FFF2-40B4-BE49-F238E27FC236}">
                <a16:creationId xmlns:a16="http://schemas.microsoft.com/office/drawing/2014/main" id="{4146D8D4-EA93-A1D9-12B8-68B7F2F7E74F}"/>
              </a:ext>
            </a:extLst>
          </p:cNvPr>
          <p:cNvSpPr/>
          <p:nvPr/>
        </p:nvSpPr>
        <p:spPr>
          <a:xfrm>
            <a:off x="6980531" y="3109981"/>
            <a:ext cx="4546947" cy="1759325"/>
          </a:xfrm>
          <a:prstGeom prst="roundRect">
            <a:avLst>
              <a:gd name="adj" fmla="val 0"/>
            </a:avLst>
          </a:prstGeom>
          <a:solidFill>
            <a:srgbClr val="000A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itle 1">
            <a:extLst>
              <a:ext uri="{FF2B5EF4-FFF2-40B4-BE49-F238E27FC236}">
                <a16:creationId xmlns:a16="http://schemas.microsoft.com/office/drawing/2014/main" id="{58366310-2B64-F0D8-9291-84265F6B7A8E}"/>
              </a:ext>
            </a:extLst>
          </p:cNvPr>
          <p:cNvSpPr>
            <a:spLocks noGrp="1"/>
          </p:cNvSpPr>
          <p:nvPr>
            <p:ph type="title"/>
          </p:nvPr>
        </p:nvSpPr>
        <p:spPr>
          <a:xfrm>
            <a:off x="626267" y="493776"/>
            <a:ext cx="10951961" cy="586043"/>
          </a:xfrm>
        </p:spPr>
        <p:txBody>
          <a:bodyPr vert="horz" lIns="0" tIns="0" rIns="0" bIns="0" anchor="t" anchorCtr="0"/>
          <a:lstStyle/>
          <a:p>
            <a:r>
              <a:rPr lang="en-US" dirty="0"/>
              <a:t>April–May New Org bonus opportunity</a:t>
            </a:r>
          </a:p>
        </p:txBody>
      </p:sp>
      <p:sp>
        <p:nvSpPr>
          <p:cNvPr id="51" name="Slide Number Placeholder 50">
            <a:extLst>
              <a:ext uri="{FF2B5EF4-FFF2-40B4-BE49-F238E27FC236}">
                <a16:creationId xmlns:a16="http://schemas.microsoft.com/office/drawing/2014/main" id="{FE6FE122-B73D-04AA-EF0F-E80CB31E3F8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4" name="Rectangle 3">
            <a:extLst>
              <a:ext uri="{FF2B5EF4-FFF2-40B4-BE49-F238E27FC236}">
                <a16:creationId xmlns:a16="http://schemas.microsoft.com/office/drawing/2014/main" id="{EE4FF40F-7CA1-CB88-53E1-21B44ADFDF5E}"/>
              </a:ext>
            </a:extLst>
          </p:cNvPr>
          <p:cNvSpPr/>
          <p:nvPr/>
        </p:nvSpPr>
        <p:spPr bwMode="ltGray">
          <a:xfrm>
            <a:off x="6980531" y="4932625"/>
            <a:ext cx="4408699" cy="978432"/>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7" name="Text Placeholder 2">
            <a:extLst>
              <a:ext uri="{FF2B5EF4-FFF2-40B4-BE49-F238E27FC236}">
                <a16:creationId xmlns:a16="http://schemas.microsoft.com/office/drawing/2014/main" id="{A6C37C85-B26D-B6E9-61AC-7D06ECEA1A07}"/>
              </a:ext>
            </a:extLst>
          </p:cNvPr>
          <p:cNvSpPr txBox="1">
            <a:spLocks/>
          </p:cNvSpPr>
          <p:nvPr/>
        </p:nvSpPr>
        <p:spPr>
          <a:xfrm>
            <a:off x="626267" y="972619"/>
            <a:ext cx="10951962" cy="307777"/>
          </a:xfrm>
          <a:prstGeom prst="rect">
            <a:avLst/>
          </a:prstGeom>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000" i="0" u="none" strike="noStrike" kern="1200" cap="none" spc="0" normalizeH="0" baseline="0" noProof="0" dirty="0">
                <a:ln>
                  <a:noFill/>
                </a:ln>
                <a:solidFill>
                  <a:schemeClr val="accent2"/>
                </a:solidFill>
                <a:effectLst/>
                <a:uLnTx/>
                <a:uFillTx/>
                <a:latin typeface="Arial"/>
                <a:ea typeface="+mn-ea"/>
                <a:cs typeface="Arial"/>
              </a:rPr>
              <a:t>Qualify for $300 and 1,000 bonus Council Credits! Build momentum with Life Case Strategies</a:t>
            </a:r>
            <a:r>
              <a:rPr kumimoji="0" lang="en-US" sz="2000" b="0" i="0" u="none" strike="noStrike" kern="1200" cap="none" spc="0" normalizeH="0" baseline="0" noProof="0" dirty="0">
                <a:ln>
                  <a:noFill/>
                </a:ln>
                <a:solidFill>
                  <a:srgbClr val="172577"/>
                </a:solidFill>
                <a:effectLst/>
                <a:uLnTx/>
                <a:uFillTx/>
                <a:latin typeface="Arial"/>
                <a:ea typeface="+mn-ea"/>
                <a:cs typeface="Arial"/>
              </a:rPr>
              <a:t>.</a:t>
            </a:r>
          </a:p>
        </p:txBody>
      </p:sp>
      <p:sp>
        <p:nvSpPr>
          <p:cNvPr id="11" name="TextBox 10">
            <a:extLst>
              <a:ext uri="{FF2B5EF4-FFF2-40B4-BE49-F238E27FC236}">
                <a16:creationId xmlns:a16="http://schemas.microsoft.com/office/drawing/2014/main" id="{5C7CAAA1-59E2-70EE-1F6F-B1138D0238FB}"/>
              </a:ext>
            </a:extLst>
          </p:cNvPr>
          <p:cNvSpPr txBox="1"/>
          <p:nvPr/>
        </p:nvSpPr>
        <p:spPr>
          <a:xfrm>
            <a:off x="7161031" y="5175620"/>
            <a:ext cx="2958399"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42E8"/>
                </a:solidFill>
                <a:effectLst/>
                <a:uLnTx/>
                <a:uFillTx/>
                <a:latin typeface="Arial"/>
                <a:ea typeface="+mn-ea"/>
                <a:cs typeface="+mn-cs"/>
              </a:rPr>
              <a:t>Scan the QR code for Life Case Strategies on Info Central.</a:t>
            </a:r>
          </a:p>
        </p:txBody>
      </p:sp>
      <p:sp>
        <p:nvSpPr>
          <p:cNvPr id="13" name="Isosceles Triangle 12">
            <a:extLst>
              <a:ext uri="{FF2B5EF4-FFF2-40B4-BE49-F238E27FC236}">
                <a16:creationId xmlns:a16="http://schemas.microsoft.com/office/drawing/2014/main" id="{F6F3A491-5FF3-A024-C404-B9D125EF80A9}"/>
              </a:ext>
            </a:extLst>
          </p:cNvPr>
          <p:cNvSpPr/>
          <p:nvPr/>
        </p:nvSpPr>
        <p:spPr bwMode="ltGray">
          <a:xfrm rot="5400000">
            <a:off x="10180920" y="5303825"/>
            <a:ext cx="285220" cy="236032"/>
          </a:xfrm>
          <a:prstGeom prst="triangle">
            <a:avLst/>
          </a:prstGeom>
          <a:solidFill>
            <a:srgbClr val="0468FF"/>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577"/>
              </a:solidFill>
              <a:effectLst/>
              <a:uLnTx/>
              <a:uFillTx/>
              <a:latin typeface="Arial"/>
              <a:ea typeface="+mn-ea"/>
              <a:cs typeface="+mn-cs"/>
            </a:endParaRPr>
          </a:p>
        </p:txBody>
      </p:sp>
      <p:sp>
        <p:nvSpPr>
          <p:cNvPr id="6" name="TextBox 5">
            <a:extLst>
              <a:ext uri="{FF2B5EF4-FFF2-40B4-BE49-F238E27FC236}">
                <a16:creationId xmlns:a16="http://schemas.microsoft.com/office/drawing/2014/main" id="{184E877D-5FEB-7D9F-839A-0E663DF3B158}"/>
              </a:ext>
            </a:extLst>
          </p:cNvPr>
          <p:cNvSpPr txBox="1"/>
          <p:nvPr/>
        </p:nvSpPr>
        <p:spPr>
          <a:xfrm>
            <a:off x="917685" y="2762023"/>
            <a:ext cx="5642043" cy="244682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a:ln>
                  <a:noFill/>
                </a:ln>
                <a:solidFill>
                  <a:srgbClr val="000A62"/>
                </a:solidFill>
                <a:effectLst/>
                <a:uLnTx/>
                <a:uFillTx/>
                <a:latin typeface="Arial"/>
                <a:ea typeface="+mn-ea"/>
                <a:cs typeface="+mn-cs"/>
              </a:rPr>
              <a:t>Between April 1 – May 29, 2026:</a:t>
            </a:r>
          </a:p>
          <a:p>
            <a:pPr marL="461963" marR="0" lvl="1"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A62"/>
                </a:solidFill>
                <a:effectLst/>
                <a:uLnTx/>
                <a:uFillTx/>
                <a:latin typeface="Arial"/>
                <a:ea typeface="+mn-ea"/>
                <a:cs typeface="+mn-cs"/>
              </a:rPr>
              <a:t xml:space="preserve">Pay for </a:t>
            </a:r>
            <a:r>
              <a:rPr kumimoji="0" lang="en-US" sz="1800" b="1" i="0" u="none" strike="noStrike" kern="1200" cap="none" spc="0" normalizeH="0" baseline="0" noProof="0">
                <a:ln>
                  <a:noFill/>
                </a:ln>
                <a:solidFill>
                  <a:srgbClr val="000A62"/>
                </a:solidFill>
                <a:effectLst/>
                <a:uLnTx/>
                <a:uFillTx/>
                <a:latin typeface="Arial"/>
                <a:ea typeface="+mn-ea"/>
                <a:cs typeface="+mn-cs"/>
              </a:rPr>
              <a:t xml:space="preserve">3 life cases </a:t>
            </a:r>
            <a:r>
              <a:rPr kumimoji="0" lang="en-US" sz="1800" b="0" i="0" u="none" strike="noStrike" kern="1200" cap="none" spc="0" normalizeH="0" baseline="0" noProof="0">
                <a:ln>
                  <a:noFill/>
                </a:ln>
                <a:solidFill>
                  <a:srgbClr val="000A62"/>
                </a:solidFill>
                <a:effectLst/>
                <a:uLnTx/>
                <a:uFillTx/>
                <a:latin typeface="Arial"/>
                <a:ea typeface="+mn-ea"/>
                <a:cs typeface="+mn-cs"/>
              </a:rPr>
              <a:t xml:space="preserve">(EWL 3:1; VUL cases excluded) to qualify for a </a:t>
            </a:r>
            <a:r>
              <a:rPr kumimoji="0" lang="en-US" sz="1800" b="1" i="0" u="none" strike="noStrike" kern="1200" cap="none" spc="0" normalizeH="0" baseline="0" noProof="0">
                <a:ln>
                  <a:noFill/>
                </a:ln>
                <a:solidFill>
                  <a:srgbClr val="000A62"/>
                </a:solidFill>
                <a:effectLst/>
                <a:uLnTx/>
                <a:uFillTx/>
                <a:latin typeface="Arial"/>
                <a:ea typeface="+mn-ea"/>
                <a:cs typeface="+mn-cs"/>
              </a:rPr>
              <a:t xml:space="preserve">$300 </a:t>
            </a:r>
            <a:r>
              <a:rPr kumimoji="0" lang="en-US" sz="1800" b="0" i="0" u="none" strike="noStrike" kern="1200" cap="none" spc="0" normalizeH="0" baseline="0" noProof="0">
                <a:ln>
                  <a:noFill/>
                </a:ln>
                <a:solidFill>
                  <a:srgbClr val="000A62"/>
                </a:solidFill>
                <a:effectLst/>
                <a:uLnTx/>
                <a:uFillTx/>
                <a:latin typeface="Arial"/>
                <a:ea typeface="+mn-ea"/>
                <a:cs typeface="+mn-cs"/>
              </a:rPr>
              <a:t>bonus</a:t>
            </a:r>
            <a:endParaRPr kumimoji="0" lang="en-US" sz="1800" b="0" i="0" u="none" strike="noStrike" kern="1200" cap="none" spc="0" normalizeH="0" baseline="30000" noProof="0">
              <a:ln>
                <a:noFill/>
              </a:ln>
              <a:solidFill>
                <a:srgbClr val="000A62"/>
              </a:solidFill>
              <a:effectLst/>
              <a:uLnTx/>
              <a:uFillTx/>
              <a:latin typeface="Arial"/>
              <a:ea typeface="+mn-ea"/>
              <a:cs typeface="+mn-cs"/>
            </a:endParaRPr>
          </a:p>
          <a:p>
            <a:pPr marL="461963" marR="0" lvl="1"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A62"/>
                </a:solidFill>
                <a:effectLst/>
                <a:uLnTx/>
                <a:uFillTx/>
                <a:latin typeface="Arial"/>
                <a:ea typeface="+mn-ea"/>
                <a:cs typeface="+mn-cs"/>
              </a:rPr>
              <a:t xml:space="preserve">Pay for </a:t>
            </a:r>
            <a:r>
              <a:rPr kumimoji="0" lang="en-US" sz="1800" b="1" i="0" u="none" strike="noStrike" kern="1200" cap="none" spc="0" normalizeH="0" baseline="0" noProof="0">
                <a:ln>
                  <a:noFill/>
                </a:ln>
                <a:solidFill>
                  <a:srgbClr val="000A62"/>
                </a:solidFill>
                <a:effectLst/>
                <a:uLnTx/>
                <a:uFillTx/>
                <a:latin typeface="Arial"/>
                <a:ea typeface="+mn-ea"/>
                <a:cs typeface="+mn-cs"/>
              </a:rPr>
              <a:t xml:space="preserve">1 additional life case </a:t>
            </a:r>
            <a:r>
              <a:rPr kumimoji="0" lang="en-US" sz="1800" b="0" i="0" u="none" strike="noStrike" kern="1200" cap="none" spc="0" normalizeH="0" baseline="0" noProof="0">
                <a:ln>
                  <a:noFill/>
                </a:ln>
                <a:solidFill>
                  <a:srgbClr val="000A62"/>
                </a:solidFill>
                <a:effectLst/>
                <a:uLnTx/>
                <a:uFillTx/>
                <a:latin typeface="Arial"/>
                <a:ea typeface="+mn-ea"/>
                <a:cs typeface="+mn-cs"/>
              </a:rPr>
              <a:t xml:space="preserve">for a total of 4 </a:t>
            </a:r>
            <a:br>
              <a:rPr kumimoji="0" lang="en-US" sz="1800" b="0" i="0" u="none" strike="noStrike" kern="1200" cap="none" spc="0" normalizeH="0" baseline="0" noProof="0">
                <a:ln>
                  <a:noFill/>
                </a:ln>
                <a:solidFill>
                  <a:srgbClr val="000A62"/>
                </a:solidFill>
                <a:effectLst/>
                <a:uLnTx/>
                <a:uFillTx/>
                <a:latin typeface="Arial"/>
                <a:ea typeface="+mn-ea"/>
                <a:cs typeface="+mn-cs"/>
              </a:rPr>
            </a:br>
            <a:r>
              <a:rPr kumimoji="0" lang="en-US" sz="1800" b="0" i="0" u="none" strike="noStrike" kern="1200" cap="none" spc="0" normalizeH="0" baseline="0" noProof="0">
                <a:ln>
                  <a:noFill/>
                </a:ln>
                <a:solidFill>
                  <a:srgbClr val="000A62"/>
                </a:solidFill>
                <a:effectLst/>
                <a:uLnTx/>
                <a:uFillTx/>
                <a:latin typeface="Arial"/>
                <a:ea typeface="+mn-ea"/>
                <a:cs typeface="+mn-cs"/>
              </a:rPr>
              <a:t xml:space="preserve">(EWL 3:1; VUL cases excluded) to also receive </a:t>
            </a:r>
            <a:r>
              <a:rPr kumimoji="0" lang="en-US" sz="1800" b="1" i="0" u="none" strike="noStrike" kern="1200" cap="none" spc="0" normalizeH="0" baseline="0" noProof="0">
                <a:ln>
                  <a:noFill/>
                </a:ln>
                <a:solidFill>
                  <a:srgbClr val="000A62"/>
                </a:solidFill>
                <a:effectLst/>
                <a:uLnTx/>
                <a:uFillTx/>
                <a:latin typeface="Arial"/>
                <a:ea typeface="+mn-ea"/>
                <a:cs typeface="+mn-cs"/>
              </a:rPr>
              <a:t>1,000 bonus Council Credits</a:t>
            </a:r>
            <a:endParaRPr kumimoji="0" lang="en-US" sz="1800" b="0" i="0" u="none" strike="noStrike" kern="1200" cap="none" spc="0" normalizeH="0" baseline="30000" noProof="0">
              <a:ln>
                <a:noFill/>
              </a:ln>
              <a:solidFill>
                <a:srgbClr val="000A62"/>
              </a:solidFill>
              <a:effectLst/>
              <a:uLnTx/>
              <a:uFillTx/>
              <a:latin typeface="Arial"/>
              <a:ea typeface="+mn-ea"/>
              <a:cs typeface="+mn-cs"/>
            </a:endParaRPr>
          </a:p>
          <a:p>
            <a:pPr marL="461963" marR="0" lvl="1"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A62"/>
                </a:solidFill>
                <a:effectLst/>
                <a:uLnTx/>
                <a:uFillTx/>
                <a:latin typeface="Arial"/>
                <a:ea typeface="+mn-ea"/>
                <a:cs typeface="+mn-cs"/>
              </a:rPr>
              <a:t xml:space="preserve">For details, visit the </a:t>
            </a:r>
            <a:r>
              <a:rPr kumimoji="0" lang="en-US" sz="1800" b="0" i="0" u="none" strike="noStrike" kern="1200" cap="none" spc="0" normalizeH="0" baseline="0" noProof="0">
                <a:ln>
                  <a:noFill/>
                </a:ln>
                <a:solidFill>
                  <a:srgbClr val="0042E8"/>
                </a:solidFill>
                <a:effectLst/>
                <a:uLnTx/>
                <a:uFillTx/>
                <a:latin typeface="Arial"/>
                <a:ea typeface="+mn-ea"/>
                <a:cs typeface="+mn-cs"/>
                <a:hlinkClick r:id="rId3">
                  <a:extLst>
                    <a:ext uri="{A12FA001-AC4F-418D-AE19-62706E023703}">
                      <ahyp:hlinkClr xmlns:ahyp="http://schemas.microsoft.com/office/drawing/2018/hyperlinkcolor" val="tx"/>
                    </a:ext>
                  </a:extLst>
                </a:hlinkClick>
              </a:rPr>
              <a:t>April-May New Org Bonus page</a:t>
            </a:r>
            <a:r>
              <a:rPr kumimoji="0" lang="en-US" sz="1800" b="1" i="0" u="none" strike="noStrike" kern="1200" cap="none" spc="0" normalizeH="0" baseline="0" noProof="0">
                <a:ln>
                  <a:noFill/>
                </a:ln>
                <a:solidFill>
                  <a:srgbClr val="000A62"/>
                </a:solidFill>
                <a:effectLst/>
                <a:uLnTx/>
                <a:uFillTx/>
                <a:latin typeface="Arial"/>
                <a:ea typeface="+mn-ea"/>
                <a:cs typeface="+mn-cs"/>
              </a:rPr>
              <a:t xml:space="preserve"> </a:t>
            </a:r>
            <a:r>
              <a:rPr kumimoji="0" lang="en-US" sz="1800" b="0" i="0" u="none" strike="noStrike" kern="1200" cap="none" spc="0" normalizeH="0" baseline="0" noProof="0">
                <a:ln>
                  <a:noFill/>
                </a:ln>
                <a:solidFill>
                  <a:srgbClr val="000A62"/>
                </a:solidFill>
                <a:effectLst/>
                <a:uLnTx/>
                <a:uFillTx/>
                <a:latin typeface="Arial"/>
                <a:ea typeface="+mn-ea"/>
                <a:cs typeface="+mn-cs"/>
              </a:rPr>
              <a:t>on Info Central.</a:t>
            </a:r>
          </a:p>
        </p:txBody>
      </p:sp>
      <p:sp>
        <p:nvSpPr>
          <p:cNvPr id="14" name="TextBox 13">
            <a:extLst>
              <a:ext uri="{FF2B5EF4-FFF2-40B4-BE49-F238E27FC236}">
                <a16:creationId xmlns:a16="http://schemas.microsoft.com/office/drawing/2014/main" id="{37CFB653-0A94-05FA-86DA-62A3546F3B0A}"/>
              </a:ext>
            </a:extLst>
          </p:cNvPr>
          <p:cNvSpPr txBox="1"/>
          <p:nvPr/>
        </p:nvSpPr>
        <p:spPr>
          <a:xfrm>
            <a:off x="748719" y="1594129"/>
            <a:ext cx="6123720" cy="1015663"/>
          </a:xfrm>
          <a:prstGeom prst="rect">
            <a:avLst/>
          </a:prstGeom>
          <a:solidFill>
            <a:srgbClr val="0042E8"/>
          </a:solidFill>
        </p:spPr>
        <p:txBody>
          <a:bodyPr wrap="square" lIns="914400" tIns="137160" rIns="274320" bIns="13716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FFFFFF"/>
                </a:solidFill>
                <a:effectLst/>
                <a:uLnTx/>
                <a:uFillTx/>
                <a:latin typeface="Arial"/>
                <a:ea typeface="+mn-ea"/>
                <a:cs typeface="+mn-cs"/>
              </a:rPr>
              <a:t xml:space="preserve">New Org agents have an opportunity to qualify for a </a:t>
            </a:r>
            <a:r>
              <a:rPr kumimoji="0" lang="en-US" sz="1600" b="1" i="0" u="none" strike="noStrike" kern="1200" cap="none" spc="0" normalizeH="0" baseline="0" noProof="0">
                <a:ln>
                  <a:noFill/>
                </a:ln>
                <a:solidFill>
                  <a:srgbClr val="FFFFFF"/>
                </a:solidFill>
                <a:effectLst/>
                <a:uLnTx/>
                <a:uFillTx/>
                <a:latin typeface="Arial"/>
                <a:ea typeface="+mn-ea"/>
                <a:cs typeface="+mn-cs"/>
              </a:rPr>
              <a:t xml:space="preserve">$300 bonus </a:t>
            </a:r>
            <a:r>
              <a:rPr kumimoji="0" lang="en-US" sz="1600" b="0" i="0" u="none" strike="noStrike" kern="1200" cap="none" spc="0" normalizeH="0" baseline="0" noProof="0">
                <a:ln>
                  <a:noFill/>
                </a:ln>
                <a:solidFill>
                  <a:srgbClr val="FFFFFF"/>
                </a:solidFill>
                <a:effectLst/>
                <a:uLnTx/>
                <a:uFillTx/>
                <a:latin typeface="Arial"/>
                <a:ea typeface="+mn-ea"/>
                <a:cs typeface="+mn-cs"/>
              </a:rPr>
              <a:t xml:space="preserve">and </a:t>
            </a:r>
            <a:r>
              <a:rPr kumimoji="0" lang="en-US" sz="1600" b="1" i="0" u="none" strike="noStrike" kern="1200" cap="none" spc="0" normalizeH="0" baseline="0" noProof="0">
                <a:ln>
                  <a:noFill/>
                </a:ln>
                <a:solidFill>
                  <a:srgbClr val="FFFFFF"/>
                </a:solidFill>
                <a:effectLst/>
                <a:uLnTx/>
                <a:uFillTx/>
                <a:latin typeface="Arial"/>
                <a:ea typeface="+mn-ea"/>
                <a:cs typeface="+mn-cs"/>
              </a:rPr>
              <a:t xml:space="preserve">1,000 bonus Council Credits </a:t>
            </a:r>
            <a:r>
              <a:rPr kumimoji="0" lang="en-US" sz="1600" b="0" i="0" u="none" strike="noStrike" kern="1200" cap="none" spc="0" normalizeH="0" baseline="0" noProof="0">
                <a:ln>
                  <a:noFill/>
                </a:ln>
                <a:solidFill>
                  <a:srgbClr val="FFFFFF"/>
                </a:solidFill>
                <a:effectLst/>
                <a:uLnTx/>
                <a:uFillTx/>
                <a:latin typeface="Arial"/>
                <a:ea typeface="+mn-ea"/>
                <a:cs typeface="+mn-cs"/>
              </a:rPr>
              <a:t>based on paid life cases in April and May.</a:t>
            </a:r>
          </a:p>
        </p:txBody>
      </p:sp>
      <p:sp>
        <p:nvSpPr>
          <p:cNvPr id="9" name="TextBox 8">
            <a:extLst>
              <a:ext uri="{FF2B5EF4-FFF2-40B4-BE49-F238E27FC236}">
                <a16:creationId xmlns:a16="http://schemas.microsoft.com/office/drawing/2014/main" id="{7C6189F8-8E95-8AAA-95FA-991E460330F8}"/>
              </a:ext>
            </a:extLst>
          </p:cNvPr>
          <p:cNvSpPr txBox="1"/>
          <p:nvPr/>
        </p:nvSpPr>
        <p:spPr>
          <a:xfrm>
            <a:off x="917685" y="5337235"/>
            <a:ext cx="5894594" cy="46166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tab pos="117475" algn="l"/>
              </a:tabLst>
              <a:defRPr/>
            </a:pPr>
            <a:r>
              <a:rPr kumimoji="0" lang="en-US" sz="1000" b="0" i="0" u="none" strike="noStrike" kern="1200" cap="none" spc="0" normalizeH="0" baseline="0" noProof="0">
                <a:ln>
                  <a:noFill/>
                </a:ln>
                <a:solidFill>
                  <a:srgbClr val="E2DFDD">
                    <a:lumMod val="25000"/>
                  </a:srgbClr>
                </a:solidFill>
                <a:effectLst/>
                <a:uLnTx/>
                <a:uFillTx/>
                <a:latin typeface="Arial"/>
                <a:ea typeface="+mn-ea"/>
                <a:cs typeface="+mn-cs"/>
              </a:rPr>
              <a:t xml:space="preserve">In some instances, cash bonuses may be withheld when an agent has reached the maximum legal allowance under the </a:t>
            </a:r>
            <a:r>
              <a:rPr kumimoji="0" lang="en-US" sz="1000" b="0" i="0" u="sng" strike="noStrike" kern="1200" cap="none" spc="0" normalizeH="0" baseline="0" noProof="0">
                <a:ln>
                  <a:noFill/>
                </a:ln>
                <a:solidFill>
                  <a:srgbClr val="0042E8"/>
                </a:solidFill>
                <a:effectLst/>
                <a:uLnTx/>
                <a:uFillTx/>
                <a:latin typeface="Arial"/>
                <a:ea typeface="+mn-ea"/>
                <a:cs typeface="+mn-cs"/>
                <a:hlinkClick r:id="rId4">
                  <a:extLst>
                    <a:ext uri="{A12FA001-AC4F-418D-AE19-62706E023703}">
                      <ahyp:hlinkClr xmlns:ahyp="http://schemas.microsoft.com/office/drawing/2018/hyperlinkcolor" val="tx"/>
                    </a:ext>
                  </a:extLst>
                </a:hlinkClick>
              </a:rPr>
              <a:t>Conditional Check formula</a:t>
            </a:r>
            <a:r>
              <a:rPr kumimoji="0" lang="en-US" sz="1000" b="0" i="0" u="none" strike="noStrike" kern="1200" cap="none" spc="0" normalizeH="0" baseline="0" noProof="0">
                <a:ln>
                  <a:noFill/>
                </a:ln>
                <a:solidFill>
                  <a:srgbClr val="E2DFDD">
                    <a:lumMod val="25000"/>
                  </a:srgbClr>
                </a:solidFill>
                <a:effectLst/>
                <a:uLnTx/>
                <a:uFillTx/>
                <a:latin typeface="Arial"/>
                <a:ea typeface="+mn-ea"/>
                <a:cs typeface="+mn-cs"/>
              </a:rPr>
              <a:t xml:space="preserve">. For more information, see </a:t>
            </a:r>
            <a:r>
              <a:rPr kumimoji="0" lang="en-US" sz="1000" b="0" i="0" u="sng" strike="noStrike" kern="1200" cap="none" spc="0" normalizeH="0" baseline="0" noProof="0">
                <a:ln>
                  <a:noFill/>
                </a:ln>
                <a:solidFill>
                  <a:srgbClr val="0042E8"/>
                </a:solidFill>
                <a:effectLst/>
                <a:uLnTx/>
                <a:uFillTx/>
                <a:latin typeface="Arial"/>
                <a:ea typeface="+mn-ea"/>
                <a:cs typeface="+mn-cs"/>
                <a:hlinkClick r:id="rId5">
                  <a:extLst>
                    <a:ext uri="{A12FA001-AC4F-418D-AE19-62706E023703}">
                      <ahyp:hlinkClr xmlns:ahyp="http://schemas.microsoft.com/office/drawing/2018/hyperlinkcolor" val="tx"/>
                    </a:ext>
                  </a:extLst>
                </a:hlinkClick>
              </a:rPr>
              <a:t>Life and Annuity Expense Allowance Plan</a:t>
            </a:r>
            <a:r>
              <a:rPr kumimoji="0" lang="en-US" sz="1000" b="0" i="0" u="none" strike="noStrike" kern="1200" cap="none" spc="0" normalizeH="0" baseline="0" noProof="0">
                <a:ln>
                  <a:noFill/>
                </a:ln>
                <a:solidFill>
                  <a:srgbClr val="E2DFDD">
                    <a:lumMod val="50000"/>
                  </a:srgbClr>
                </a:solidFill>
                <a:effectLst/>
                <a:uLnTx/>
                <a:uFillTx/>
                <a:latin typeface="Arial"/>
                <a:ea typeface="+mn-ea"/>
                <a:cs typeface="+mn-cs"/>
              </a:rPr>
              <a:t xml:space="preserve"> </a:t>
            </a:r>
            <a:r>
              <a:rPr kumimoji="0" lang="en-US" sz="1000" b="0" i="0" u="none" strike="noStrike" kern="1200" cap="none" spc="0" normalizeH="0" baseline="0" noProof="0">
                <a:ln>
                  <a:noFill/>
                </a:ln>
                <a:solidFill>
                  <a:srgbClr val="E2DFDD">
                    <a:lumMod val="25000"/>
                  </a:srgbClr>
                </a:solidFill>
                <a:effectLst/>
                <a:uLnTx/>
                <a:uFillTx/>
                <a:latin typeface="Arial"/>
                <a:ea typeface="+mn-ea"/>
                <a:cs typeface="+mn-cs"/>
              </a:rPr>
              <a:t>on Info Central.</a:t>
            </a:r>
          </a:p>
        </p:txBody>
      </p:sp>
      <p:pic>
        <p:nvPicPr>
          <p:cNvPr id="10" name="Picture 9">
            <a:extLst>
              <a:ext uri="{FF2B5EF4-FFF2-40B4-BE49-F238E27FC236}">
                <a16:creationId xmlns:a16="http://schemas.microsoft.com/office/drawing/2014/main" id="{75BE4B36-CF62-F213-421E-2C580E6E7D7A}"/>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10549046" y="4932625"/>
            <a:ext cx="978432" cy="978432"/>
          </a:xfrm>
          <a:prstGeom prst="rect">
            <a:avLst/>
          </a:prstGeom>
        </p:spPr>
      </p:pic>
      <p:pic>
        <p:nvPicPr>
          <p:cNvPr id="18" name="Picture 17">
            <a:extLst>
              <a:ext uri="{FF2B5EF4-FFF2-40B4-BE49-F238E27FC236}">
                <a16:creationId xmlns:a16="http://schemas.microsoft.com/office/drawing/2014/main" id="{799ED45A-CA78-BE41-3395-FBDEF19BB90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17686" y="1848752"/>
            <a:ext cx="523690" cy="523690"/>
          </a:xfrm>
          <a:prstGeom prst="rect">
            <a:avLst/>
          </a:prstGeom>
        </p:spPr>
      </p:pic>
      <p:sp>
        <p:nvSpPr>
          <p:cNvPr id="21" name="TextBox 20">
            <a:extLst>
              <a:ext uri="{FF2B5EF4-FFF2-40B4-BE49-F238E27FC236}">
                <a16:creationId xmlns:a16="http://schemas.microsoft.com/office/drawing/2014/main" id="{5229CEE9-6E06-BB53-1665-8320AB3ABD77}"/>
              </a:ext>
            </a:extLst>
          </p:cNvPr>
          <p:cNvSpPr txBox="1"/>
          <p:nvPr/>
        </p:nvSpPr>
        <p:spPr>
          <a:xfrm>
            <a:off x="7161031" y="3220161"/>
            <a:ext cx="4201254" cy="1537409"/>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a:ea typeface="+mn-ea"/>
                <a:cs typeface="+mn-cs"/>
              </a:rPr>
              <a:t>Turn April–May activity into opportunity</a:t>
            </a:r>
          </a:p>
          <a:p>
            <a:pPr marL="0" marR="0" lvl="0" indent="0" algn="l" defTabSz="914400" rtl="0" eaLnBrk="1" fontAlgn="auto" latinLnBrk="0" hangingPunct="1">
              <a:lnSpc>
                <a:spcPts val="18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 xml:space="preserve">As you work toward your New Org bonus and Council Credits, explore </a:t>
            </a:r>
            <a:r>
              <a:rPr kumimoji="0" lang="en-US" sz="1400" b="1" i="0" u="none" strike="noStrike" kern="1200" cap="none" spc="0" normalizeH="0" baseline="0" noProof="0">
                <a:ln>
                  <a:noFill/>
                </a:ln>
                <a:solidFill>
                  <a:srgbClr val="FFFFFF"/>
                </a:solidFill>
                <a:effectLst/>
                <a:uLnTx/>
                <a:uFillTx/>
                <a:latin typeface="Arial"/>
                <a:ea typeface="+mn-ea"/>
                <a:cs typeface="+mn-cs"/>
              </a:rPr>
              <a:t>Life Case Strategies</a:t>
            </a:r>
            <a:r>
              <a:rPr kumimoji="0" lang="en-US" sz="1400" b="0" i="0" u="none" strike="noStrike" kern="1200" cap="none" spc="0" normalizeH="0" baseline="0" noProof="0">
                <a:ln>
                  <a:noFill/>
                </a:ln>
                <a:solidFill>
                  <a:srgbClr val="FFFFFF"/>
                </a:solidFill>
                <a:effectLst/>
                <a:uLnTx/>
                <a:uFillTx/>
                <a:latin typeface="Arial"/>
                <a:ea typeface="+mn-ea"/>
                <a:cs typeface="+mn-cs"/>
              </a:rPr>
              <a:t xml:space="preserve"> on Info Central for resources designed to help you </a:t>
            </a:r>
            <a:br>
              <a:rPr kumimoji="0" lang="en-US" sz="1400" b="0" i="0" u="none" strike="noStrike" kern="1200" cap="none" spc="0" normalizeH="0" baseline="0" noProof="0">
                <a:ln>
                  <a:noFill/>
                </a:ln>
                <a:solidFill>
                  <a:srgbClr val="FFFFFF"/>
                </a:solidFill>
                <a:effectLst/>
                <a:uLnTx/>
                <a:uFillTx/>
                <a:latin typeface="Arial"/>
                <a:ea typeface="+mn-ea"/>
                <a:cs typeface="+mn-cs"/>
              </a:rPr>
            </a:br>
            <a:r>
              <a:rPr kumimoji="0" lang="en-US" sz="1400" b="1" i="0" u="none" strike="noStrike" kern="1200" cap="none" spc="0" normalizeH="0" baseline="0" noProof="0">
                <a:ln>
                  <a:noFill/>
                </a:ln>
                <a:solidFill>
                  <a:srgbClr val="FFFFFF"/>
                </a:solidFill>
                <a:effectLst/>
                <a:uLnTx/>
                <a:uFillTx/>
                <a:latin typeface="Arial"/>
                <a:ea typeface="+mn-ea"/>
                <a:cs typeface="+mn-cs"/>
              </a:rPr>
              <a:t xml:space="preserve">write more life business, grow bigger cases, </a:t>
            </a:r>
            <a:br>
              <a:rPr kumimoji="0" lang="en-US" sz="1400" b="1" i="0" u="none" strike="noStrike" kern="1200" cap="none" spc="0" normalizeH="0" baseline="0" noProof="0">
                <a:ln>
                  <a:noFill/>
                </a:ln>
                <a:solidFill>
                  <a:srgbClr val="FFFFFF"/>
                </a:solidFill>
                <a:effectLst/>
                <a:uLnTx/>
                <a:uFillTx/>
                <a:latin typeface="Arial"/>
                <a:ea typeface="+mn-ea"/>
                <a:cs typeface="+mn-cs"/>
              </a:rPr>
            </a:br>
            <a:r>
              <a:rPr kumimoji="0" lang="en-US" sz="1400" b="1" i="0" u="none" strike="noStrike" kern="1200" cap="none" spc="0" normalizeH="0" baseline="0" noProof="0">
                <a:ln>
                  <a:noFill/>
                </a:ln>
                <a:solidFill>
                  <a:srgbClr val="FFFFFF"/>
                </a:solidFill>
                <a:effectLst/>
                <a:uLnTx/>
                <a:uFillTx/>
                <a:latin typeface="Arial"/>
                <a:ea typeface="+mn-ea"/>
                <a:cs typeface="+mn-cs"/>
              </a:rPr>
              <a:t>and deliver smarter solutions</a:t>
            </a:r>
            <a:r>
              <a:rPr kumimoji="0" lang="en-US" sz="1400" b="0" i="0" u="none" strike="noStrike" kern="1200" cap="none" spc="0" normalizeH="0" baseline="0" noProof="0">
                <a:ln>
                  <a:noFill/>
                </a:ln>
                <a:solidFill>
                  <a:srgbClr val="FFFFFF"/>
                </a:solidFill>
                <a:effectLst/>
                <a:uLnTx/>
                <a:uFillTx/>
                <a:latin typeface="Arial"/>
                <a:ea typeface="+mn-ea"/>
                <a:cs typeface="+mn-cs"/>
              </a:rPr>
              <a:t xml:space="preserve">. </a:t>
            </a:r>
          </a:p>
        </p:txBody>
      </p:sp>
      <p:cxnSp>
        <p:nvCxnSpPr>
          <p:cNvPr id="23" name="Straight Connector 22">
            <a:extLst>
              <a:ext uri="{FF2B5EF4-FFF2-40B4-BE49-F238E27FC236}">
                <a16:creationId xmlns:a16="http://schemas.microsoft.com/office/drawing/2014/main" id="{40E613DA-4FB2-F447-C30D-622114F91D4D}"/>
              </a:ext>
            </a:extLst>
          </p:cNvPr>
          <p:cNvCxnSpPr>
            <a:cxnSpLocks/>
          </p:cNvCxnSpPr>
          <p:nvPr/>
        </p:nvCxnSpPr>
        <p:spPr>
          <a:xfrm>
            <a:off x="7161031" y="3542928"/>
            <a:ext cx="4221258" cy="0"/>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pic>
        <p:nvPicPr>
          <p:cNvPr id="29" name="Picture 28">
            <a:extLst>
              <a:ext uri="{FF2B5EF4-FFF2-40B4-BE49-F238E27FC236}">
                <a16:creationId xmlns:a16="http://schemas.microsoft.com/office/drawing/2014/main" id="{E1EBB6ED-AE97-FC36-B180-A8089E776BAD}"/>
              </a:ext>
            </a:extLst>
          </p:cNvPr>
          <p:cNvPicPr>
            <a:picLocks noChangeAspect="1"/>
          </p:cNvPicPr>
          <p:nvPr/>
        </p:nvPicPr>
        <p:blipFill>
          <a:blip r:embed="rId8">
            <a:extLst>
              <a:ext uri="{28A0092B-C50C-407E-A947-70E740481C1C}">
                <a14:useLocalDpi xmlns:a14="http://schemas.microsoft.com/office/drawing/2010/main" val="0"/>
              </a:ext>
            </a:extLst>
          </a:blip>
          <a:srcRect t="19234" b="30274"/>
          <a:stretch>
            <a:fillRect/>
          </a:stretch>
        </p:blipFill>
        <p:spPr>
          <a:xfrm>
            <a:off x="6980532" y="1521938"/>
            <a:ext cx="4546946" cy="1537410"/>
          </a:xfrm>
          <a:prstGeom prst="rect">
            <a:avLst/>
          </a:prstGeom>
        </p:spPr>
      </p:pic>
    </p:spTree>
    <p:extLst>
      <p:ext uri="{BB962C8B-B14F-4D97-AF65-F5344CB8AC3E}">
        <p14:creationId xmlns:p14="http://schemas.microsoft.com/office/powerpoint/2010/main" val="2420869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B5B53-0B79-2505-8ACA-3523E4DC381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2E6494C-0599-55ED-76B6-9A97DDD8D73D}"/>
              </a:ext>
            </a:extLst>
          </p:cNvPr>
          <p:cNvSpPr>
            <a:spLocks/>
          </p:cNvSpPr>
          <p:nvPr/>
        </p:nvSpPr>
        <p:spPr>
          <a:xfrm>
            <a:off x="632355" y="1470650"/>
            <a:ext cx="10951962" cy="449169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rial"/>
              <a:ea typeface="+mn-ea"/>
              <a:cs typeface="+mn-cs"/>
            </a:endParaRPr>
          </a:p>
        </p:txBody>
      </p:sp>
      <p:sp>
        <p:nvSpPr>
          <p:cNvPr id="5" name="Rectangle 4">
            <a:extLst>
              <a:ext uri="{FF2B5EF4-FFF2-40B4-BE49-F238E27FC236}">
                <a16:creationId xmlns:a16="http://schemas.microsoft.com/office/drawing/2014/main" id="{CF308FEB-6DDD-37A9-3E86-3FEDD7AD20ED}"/>
              </a:ext>
            </a:extLst>
          </p:cNvPr>
          <p:cNvSpPr/>
          <p:nvPr/>
        </p:nvSpPr>
        <p:spPr>
          <a:xfrm>
            <a:off x="688559" y="1521937"/>
            <a:ext cx="10839555" cy="4389120"/>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itle 1">
            <a:extLst>
              <a:ext uri="{FF2B5EF4-FFF2-40B4-BE49-F238E27FC236}">
                <a16:creationId xmlns:a16="http://schemas.microsoft.com/office/drawing/2014/main" id="{7EBB195A-14F3-E791-D7BB-88322C30BF46}"/>
              </a:ext>
            </a:extLst>
          </p:cNvPr>
          <p:cNvSpPr>
            <a:spLocks noGrp="1"/>
          </p:cNvSpPr>
          <p:nvPr>
            <p:ph type="title"/>
          </p:nvPr>
        </p:nvSpPr>
        <p:spPr>
          <a:xfrm>
            <a:off x="626269" y="493776"/>
            <a:ext cx="10939462" cy="804672"/>
          </a:xfrm>
        </p:spPr>
        <p:txBody>
          <a:bodyPr vert="horz" lIns="0" tIns="0" rIns="0" bIns="0" anchor="t" anchorCtr="0"/>
          <a:lstStyle/>
          <a:p>
            <a:r>
              <a:rPr lang="en-US" dirty="0"/>
              <a:t>Take action on the 10% PDA opportunity</a:t>
            </a:r>
          </a:p>
        </p:txBody>
      </p:sp>
      <p:sp>
        <p:nvSpPr>
          <p:cNvPr id="51" name="Slide Number Placeholder 50">
            <a:extLst>
              <a:ext uri="{FF2B5EF4-FFF2-40B4-BE49-F238E27FC236}">
                <a16:creationId xmlns:a16="http://schemas.microsoft.com/office/drawing/2014/main" id="{27EB90EB-1D4F-4CB5-1C9F-413B44B8207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4" name="Rectangle 3">
            <a:extLst>
              <a:ext uri="{FF2B5EF4-FFF2-40B4-BE49-F238E27FC236}">
                <a16:creationId xmlns:a16="http://schemas.microsoft.com/office/drawing/2014/main" id="{B4AE04D7-1EB3-9809-A364-86014BD56338}"/>
              </a:ext>
            </a:extLst>
          </p:cNvPr>
          <p:cNvSpPr/>
          <p:nvPr/>
        </p:nvSpPr>
        <p:spPr bwMode="ltGray">
          <a:xfrm>
            <a:off x="6712155" y="4584984"/>
            <a:ext cx="4661814" cy="1261884"/>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7" name="Text Placeholder 2">
            <a:extLst>
              <a:ext uri="{FF2B5EF4-FFF2-40B4-BE49-F238E27FC236}">
                <a16:creationId xmlns:a16="http://schemas.microsoft.com/office/drawing/2014/main" id="{CE2C9AF7-F677-4169-C04A-EA4797D89D51}"/>
              </a:ext>
            </a:extLst>
          </p:cNvPr>
          <p:cNvSpPr txBox="1">
            <a:spLocks/>
          </p:cNvSpPr>
          <p:nvPr/>
        </p:nvSpPr>
        <p:spPr>
          <a:xfrm>
            <a:off x="627144" y="895656"/>
            <a:ext cx="10951963" cy="307777"/>
          </a:xfrm>
          <a:prstGeom prst="rect">
            <a:avLst/>
          </a:prstGeom>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chemeClr val="accent2"/>
                </a:solidFill>
                <a:effectLst/>
                <a:uLnTx/>
                <a:uFillTx/>
                <a:latin typeface="Arial"/>
                <a:ea typeface="+mn-ea"/>
                <a:cs typeface="Arial" panose="020B0604020202020204" pitchFamily="34" charset="0"/>
              </a:rPr>
              <a:t>Use industry expert Greg Holmgren’s video and the new mailing to support client outreach.</a:t>
            </a:r>
          </a:p>
        </p:txBody>
      </p:sp>
      <p:sp>
        <p:nvSpPr>
          <p:cNvPr id="11" name="TextBox 10">
            <a:extLst>
              <a:ext uri="{FF2B5EF4-FFF2-40B4-BE49-F238E27FC236}">
                <a16:creationId xmlns:a16="http://schemas.microsoft.com/office/drawing/2014/main" id="{44226748-1BEE-9713-717C-D4D938DA14B0}"/>
              </a:ext>
            </a:extLst>
          </p:cNvPr>
          <p:cNvSpPr txBox="1"/>
          <p:nvPr/>
        </p:nvSpPr>
        <p:spPr>
          <a:xfrm>
            <a:off x="6986286" y="4846594"/>
            <a:ext cx="2760566" cy="73866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42E8"/>
                </a:solidFill>
                <a:effectLst/>
                <a:uLnTx/>
                <a:uFillTx/>
                <a:latin typeface="Arial"/>
                <a:ea typeface="+mn-ea"/>
                <a:cs typeface="+mn-cs"/>
              </a:rPr>
              <a:t>Scan the QR code to access Greg Holmgren’s PDA video and practical selling insights.</a:t>
            </a:r>
          </a:p>
        </p:txBody>
      </p:sp>
      <p:sp>
        <p:nvSpPr>
          <p:cNvPr id="13" name="Isosceles Triangle 12">
            <a:extLst>
              <a:ext uri="{FF2B5EF4-FFF2-40B4-BE49-F238E27FC236}">
                <a16:creationId xmlns:a16="http://schemas.microsoft.com/office/drawing/2014/main" id="{3FEB05AB-2BB1-BB06-C5C8-C9DDEA3B3DA4}"/>
              </a:ext>
            </a:extLst>
          </p:cNvPr>
          <p:cNvSpPr/>
          <p:nvPr/>
        </p:nvSpPr>
        <p:spPr bwMode="ltGray">
          <a:xfrm rot="5400000">
            <a:off x="9801175" y="5097910"/>
            <a:ext cx="285220" cy="236032"/>
          </a:xfrm>
          <a:prstGeom prst="triangle">
            <a:avLst/>
          </a:prstGeom>
          <a:solidFill>
            <a:srgbClr val="0468FF"/>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sp>
        <p:nvSpPr>
          <p:cNvPr id="6" name="TextBox 5">
            <a:extLst>
              <a:ext uri="{FF2B5EF4-FFF2-40B4-BE49-F238E27FC236}">
                <a16:creationId xmlns:a16="http://schemas.microsoft.com/office/drawing/2014/main" id="{D70F984C-B4E7-BB62-6AE5-CA745D75BBFC}"/>
              </a:ext>
            </a:extLst>
          </p:cNvPr>
          <p:cNvSpPr txBox="1"/>
          <p:nvPr/>
        </p:nvSpPr>
        <p:spPr>
          <a:xfrm>
            <a:off x="903414" y="1671388"/>
            <a:ext cx="5646084" cy="253915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000" b="0" i="0" u="none" strike="noStrike" kern="1200" cap="none" spc="0" normalizeH="0" baseline="0" noProof="0" dirty="0">
                <a:ln>
                  <a:noFill/>
                </a:ln>
                <a:solidFill>
                  <a:srgbClr val="000962"/>
                </a:solidFill>
                <a:effectLst/>
                <a:uLnTx/>
                <a:uFillTx/>
                <a:latin typeface="Arial"/>
                <a:ea typeface="+mn-ea"/>
                <a:cs typeface="+mn-cs"/>
              </a:rPr>
              <a:t xml:space="preserve">Watch </a:t>
            </a:r>
            <a:r>
              <a:rPr kumimoji="0" lang="en-US" sz="2000" b="1" i="0" u="none" strike="noStrike" kern="1200" cap="none" spc="0" normalizeH="0" baseline="0" noProof="0" dirty="0">
                <a:ln>
                  <a:noFill/>
                </a:ln>
                <a:solidFill>
                  <a:srgbClr val="000962"/>
                </a:solidFill>
                <a:effectLst/>
                <a:uLnTx/>
                <a:uFillTx/>
                <a:latin typeface="Arial"/>
                <a:ea typeface="+mn-ea"/>
                <a:cs typeface="+mn-cs"/>
              </a:rPr>
              <a:t xml:space="preserve">Greg Holmgren’s </a:t>
            </a:r>
            <a:r>
              <a:rPr kumimoji="0" lang="en-US" sz="2000" b="0" i="0" u="none" strike="noStrike" kern="1200" cap="none" spc="0" normalizeH="0" baseline="0" noProof="0" dirty="0">
                <a:ln>
                  <a:noFill/>
                </a:ln>
                <a:solidFill>
                  <a:srgbClr val="000962"/>
                </a:solidFill>
                <a:effectLst/>
                <a:uLnTx/>
                <a:uFillTx/>
                <a:latin typeface="Arial"/>
                <a:ea typeface="+mn-ea"/>
                <a:cs typeface="+mn-cs"/>
              </a:rPr>
              <a:t>PDA overview video for a practical look at how PDA works and where it may fit in client conversations.</a:t>
            </a:r>
          </a:p>
          <a:p>
            <a:pPr marL="625475"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962"/>
                </a:solidFill>
                <a:effectLst/>
                <a:uLnTx/>
                <a:uFillTx/>
                <a:latin typeface="Arial"/>
                <a:ea typeface="+mn-ea"/>
                <a:cs typeface="+mn-cs"/>
              </a:rPr>
              <a:t>How the Premium Deposit Account works</a:t>
            </a:r>
          </a:p>
          <a:p>
            <a:pPr marL="625475"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962"/>
                </a:solidFill>
                <a:effectLst/>
                <a:uLnTx/>
                <a:uFillTx/>
                <a:latin typeface="Arial"/>
                <a:ea typeface="+mn-ea"/>
                <a:cs typeface="+mn-cs"/>
              </a:rPr>
              <a:t>Which clients may be a good fit for PDA</a:t>
            </a:r>
          </a:p>
          <a:p>
            <a:pPr marL="625475"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962"/>
                </a:solidFill>
                <a:effectLst/>
                <a:uLnTx/>
                <a:uFillTx/>
                <a:latin typeface="Arial"/>
                <a:ea typeface="+mn-ea"/>
                <a:cs typeface="+mn-cs"/>
              </a:rPr>
              <a:t>How PDA can support policy efficiency</a:t>
            </a:r>
          </a:p>
          <a:p>
            <a:pPr marL="625475"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962"/>
                </a:solidFill>
                <a:effectLst/>
                <a:uLnTx/>
                <a:uFillTx/>
                <a:latin typeface="Arial"/>
                <a:ea typeface="+mn-ea"/>
                <a:cs typeface="+mn-cs"/>
              </a:rPr>
              <a:t>Ideas for discussing PDA with clients</a:t>
            </a:r>
          </a:p>
        </p:txBody>
      </p:sp>
      <p:sp>
        <p:nvSpPr>
          <p:cNvPr id="10" name="TextBox 9">
            <a:extLst>
              <a:ext uri="{FF2B5EF4-FFF2-40B4-BE49-F238E27FC236}">
                <a16:creationId xmlns:a16="http://schemas.microsoft.com/office/drawing/2014/main" id="{C99447A9-FE53-B9A6-B133-A60D3D0AD49F}"/>
              </a:ext>
            </a:extLst>
          </p:cNvPr>
          <p:cNvSpPr txBox="1"/>
          <p:nvPr/>
        </p:nvSpPr>
        <p:spPr>
          <a:xfrm>
            <a:off x="739826" y="4584984"/>
            <a:ext cx="5916125" cy="1261884"/>
          </a:xfrm>
          <a:prstGeom prst="rect">
            <a:avLst/>
          </a:prstGeom>
          <a:solidFill>
            <a:srgbClr val="0042E8"/>
          </a:solidFill>
        </p:spPr>
        <p:txBody>
          <a:bodyPr wrap="square" lIns="1005840" tIns="182880" rIns="182880" bIns="18288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a:ea typeface="+mn-ea"/>
                <a:cs typeface="+mn-cs"/>
              </a:rPr>
              <a:t>Client mailing</a:t>
            </a:r>
            <a:br>
              <a:rPr kumimoji="0" lang="en-US" sz="1600" b="0" i="0" u="none" strike="noStrike" kern="1200" cap="none" spc="0" normalizeH="0" baseline="0" noProof="0">
                <a:ln>
                  <a:noFill/>
                </a:ln>
                <a:solidFill>
                  <a:srgbClr val="FFFFFF"/>
                </a:solidFill>
                <a:effectLst/>
                <a:uLnTx/>
                <a:uFillTx/>
                <a:latin typeface="Arial"/>
                <a:ea typeface="+mn-ea"/>
                <a:cs typeface="+mn-cs"/>
              </a:rPr>
            </a:br>
            <a:r>
              <a:rPr kumimoji="0" lang="en-US" sz="1400" b="0" i="0" u="none" strike="noStrike" kern="1200" cap="none" spc="0" normalizeH="0" baseline="0" noProof="0">
                <a:ln>
                  <a:noFill/>
                </a:ln>
                <a:solidFill>
                  <a:srgbClr val="FFFFFF"/>
                </a:solidFill>
                <a:effectLst/>
                <a:uLnTx/>
                <a:uFillTx/>
                <a:latin typeface="Arial"/>
                <a:ea typeface="+mn-ea"/>
                <a:cs typeface="+mn-cs"/>
              </a:rPr>
              <a:t>A new PDA mailing campaign begins April 29. Use it to extend your outreach and create new PDA conversations. Access your client mailing list on Sales Central.</a:t>
            </a:r>
          </a:p>
        </p:txBody>
      </p:sp>
      <p:pic>
        <p:nvPicPr>
          <p:cNvPr id="15" name="Picture 14">
            <a:extLst>
              <a:ext uri="{FF2B5EF4-FFF2-40B4-BE49-F238E27FC236}">
                <a16:creationId xmlns:a16="http://schemas.microsoft.com/office/drawing/2014/main" id="{4BBA75CE-94AC-B7D2-1291-E13CABF233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784" y="4927181"/>
            <a:ext cx="578278" cy="577490"/>
          </a:xfrm>
          <a:prstGeom prst="rect">
            <a:avLst/>
          </a:prstGeom>
        </p:spPr>
      </p:pic>
      <p:pic>
        <p:nvPicPr>
          <p:cNvPr id="17" name="Picture 16">
            <a:extLst>
              <a:ext uri="{FF2B5EF4-FFF2-40B4-BE49-F238E27FC236}">
                <a16:creationId xmlns:a16="http://schemas.microsoft.com/office/drawing/2014/main" id="{0F6A697B-0ED7-5926-D8B1-4106B0A1FF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26385" y="4584984"/>
            <a:ext cx="1261884" cy="1261884"/>
          </a:xfrm>
          <a:prstGeom prst="rect">
            <a:avLst/>
          </a:prstGeom>
        </p:spPr>
      </p:pic>
      <p:pic>
        <p:nvPicPr>
          <p:cNvPr id="19" name="Picture 18">
            <a:hlinkClick r:id="rId5"/>
            <a:extLst>
              <a:ext uri="{FF2B5EF4-FFF2-40B4-BE49-F238E27FC236}">
                <a16:creationId xmlns:a16="http://schemas.microsoft.com/office/drawing/2014/main" id="{2B36A5A3-B542-DAD9-AB53-815DDDB4B02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00123" y="1555335"/>
            <a:ext cx="4776114" cy="2954298"/>
          </a:xfrm>
          <a:prstGeom prst="rect">
            <a:avLst/>
          </a:prstGeom>
        </p:spPr>
      </p:pic>
    </p:spTree>
    <p:extLst>
      <p:ext uri="{BB962C8B-B14F-4D97-AF65-F5344CB8AC3E}">
        <p14:creationId xmlns:p14="http://schemas.microsoft.com/office/powerpoint/2010/main" val="1531883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31BF0-706B-6F04-3E7D-F84BF15D65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90A2F9-13BB-0CC3-801B-67B0CAE0D454}"/>
              </a:ext>
            </a:extLst>
          </p:cNvPr>
          <p:cNvSpPr>
            <a:spLocks noGrp="1"/>
          </p:cNvSpPr>
          <p:nvPr>
            <p:ph type="title"/>
          </p:nvPr>
        </p:nvSpPr>
        <p:spPr>
          <a:xfrm>
            <a:off x="533801" y="174276"/>
            <a:ext cx="10939462" cy="804672"/>
          </a:xfrm>
        </p:spPr>
        <p:txBody>
          <a:bodyPr lIns="91440" tIns="45720" rIns="91440" bIns="45720" anchor="t"/>
          <a:lstStyle/>
          <a:p>
            <a:r>
              <a:rPr lang="en-IN" dirty="0"/>
              <a:t xml:space="preserve">Now live: </a:t>
            </a:r>
            <a:r>
              <a:rPr lang="en-IN" dirty="0" err="1"/>
              <a:t>GuideMe</a:t>
            </a:r>
            <a:r>
              <a:rPr lang="en-IN" dirty="0"/>
              <a:t xml:space="preserve"> spring release</a:t>
            </a:r>
            <a:endParaRPr lang="en-US" dirty="0"/>
          </a:p>
        </p:txBody>
      </p:sp>
      <p:sp>
        <p:nvSpPr>
          <p:cNvPr id="33" name="Rectangle 32">
            <a:extLst>
              <a:ext uri="{FF2B5EF4-FFF2-40B4-BE49-F238E27FC236}">
                <a16:creationId xmlns:a16="http://schemas.microsoft.com/office/drawing/2014/main" id="{0DB92B26-5D21-0C1A-378C-F1B9FEA99262}"/>
              </a:ext>
            </a:extLst>
          </p:cNvPr>
          <p:cNvSpPr>
            <a:spLocks/>
          </p:cNvSpPr>
          <p:nvPr/>
        </p:nvSpPr>
        <p:spPr>
          <a:xfrm>
            <a:off x="635000" y="1469601"/>
            <a:ext cx="3789780" cy="449169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rial"/>
              <a:ea typeface="+mn-ea"/>
              <a:cs typeface="+mn-cs"/>
            </a:endParaRPr>
          </a:p>
        </p:txBody>
      </p:sp>
      <p:sp>
        <p:nvSpPr>
          <p:cNvPr id="34" name="Rectangle 33">
            <a:extLst>
              <a:ext uri="{FF2B5EF4-FFF2-40B4-BE49-F238E27FC236}">
                <a16:creationId xmlns:a16="http://schemas.microsoft.com/office/drawing/2014/main" id="{FAEF74A5-42CC-47F5-3D69-C04867072768}"/>
              </a:ext>
            </a:extLst>
          </p:cNvPr>
          <p:cNvSpPr>
            <a:spLocks/>
          </p:cNvSpPr>
          <p:nvPr/>
        </p:nvSpPr>
        <p:spPr>
          <a:xfrm>
            <a:off x="4741045" y="1469601"/>
            <a:ext cx="3548725" cy="449169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rial"/>
              <a:ea typeface="+mn-ea"/>
              <a:cs typeface="+mn-cs"/>
            </a:endParaRPr>
          </a:p>
        </p:txBody>
      </p:sp>
      <p:sp>
        <p:nvSpPr>
          <p:cNvPr id="36" name="Text Placeholder 3">
            <a:extLst>
              <a:ext uri="{FF2B5EF4-FFF2-40B4-BE49-F238E27FC236}">
                <a16:creationId xmlns:a16="http://schemas.microsoft.com/office/drawing/2014/main" id="{64FCF9D2-3B87-47FC-2342-72597C8697EB}"/>
              </a:ext>
            </a:extLst>
          </p:cNvPr>
          <p:cNvSpPr txBox="1">
            <a:spLocks/>
          </p:cNvSpPr>
          <p:nvPr/>
        </p:nvSpPr>
        <p:spPr>
          <a:xfrm>
            <a:off x="643001" y="906845"/>
            <a:ext cx="3789780" cy="547769"/>
          </a:xfrm>
          <a:prstGeom prst="rect">
            <a:avLst/>
          </a:prstGeom>
          <a:solidFill>
            <a:schemeClr val="tx2"/>
          </a:solidFill>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marR="0" lvl="0" indent="0" algn="ctr" defTabSz="121917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FFFFFF"/>
                </a:solidFill>
                <a:effectLst/>
                <a:uLnTx/>
                <a:uFillTx/>
                <a:latin typeface="Arial"/>
                <a:ea typeface="Geneva"/>
                <a:cs typeface="Geneva" charset="0"/>
              </a:rPr>
              <a:t xml:space="preserve">MBS - Six Step Story </a:t>
            </a:r>
          </a:p>
          <a:p>
            <a:pPr marL="0" marR="0" lvl="0" indent="0" algn="ctr" defTabSz="121917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FFFFFF"/>
                </a:solidFill>
                <a:effectLst/>
                <a:uLnTx/>
                <a:uFillTx/>
                <a:latin typeface="Arial"/>
                <a:ea typeface="Geneva"/>
                <a:cs typeface="Geneva" charset="0"/>
              </a:rPr>
              <a:t>Available in the Concept Library</a:t>
            </a:r>
          </a:p>
          <a:p>
            <a:pPr marL="0" marR="0" lvl="0" indent="0" algn="ctr" defTabSz="121917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en-US" sz="1600" b="1" i="0" u="none" strike="noStrike" kern="1200" cap="none" spc="0" normalizeH="0" baseline="0" noProof="0">
              <a:ln>
                <a:noFill/>
              </a:ln>
              <a:solidFill>
                <a:srgbClr val="FFFFFF"/>
              </a:solidFill>
              <a:effectLst/>
              <a:uLnTx/>
              <a:uFillTx/>
              <a:latin typeface="Arial"/>
              <a:ea typeface="Geneva"/>
              <a:cs typeface="Geneva" charset="0"/>
            </a:endParaRPr>
          </a:p>
          <a:p>
            <a:pPr marL="0" marR="0" lvl="0" indent="0" algn="ctr" defTabSz="1219170" rtl="0" eaLnBrk="1" fontAlgn="base" latinLnBrk="0" hangingPunct="1">
              <a:lnSpc>
                <a:spcPct val="100000"/>
              </a:lnSpc>
              <a:spcBef>
                <a:spcPct val="0"/>
              </a:spcBef>
              <a:spcAft>
                <a:spcPct val="0"/>
              </a:spcAft>
              <a:buClrTx/>
              <a:buSzTx/>
              <a:buFont typeface="Arial" panose="020B0604020202020204" pitchFamily="34" charset="0"/>
              <a:buNone/>
              <a:tabLst/>
              <a:defRPr/>
            </a:pPr>
            <a:br>
              <a:rPr kumimoji="0" lang="en-US" sz="1600" b="1" i="0" u="none" strike="noStrike" kern="1200" cap="none" spc="0" normalizeH="0" baseline="0" noProof="0">
                <a:ln>
                  <a:noFill/>
                </a:ln>
                <a:solidFill>
                  <a:srgbClr val="FFFFFF"/>
                </a:solidFill>
                <a:effectLst/>
                <a:uLnTx/>
                <a:uFillTx/>
                <a:latin typeface="Arial"/>
                <a:ea typeface="Geneva" charset="0"/>
                <a:cs typeface="Geneva" charset="0"/>
              </a:rPr>
            </a:br>
            <a:endParaRPr kumimoji="0" lang="en-US" sz="1600" b="1" i="0" u="none" strike="noStrike" kern="1200" cap="none" spc="0" normalizeH="0" baseline="0" noProof="0">
              <a:ln>
                <a:noFill/>
              </a:ln>
              <a:solidFill>
                <a:srgbClr val="FFFFFF"/>
              </a:solidFill>
              <a:effectLst/>
              <a:uLnTx/>
              <a:uFillTx/>
              <a:latin typeface="Arial"/>
              <a:ea typeface="Geneva"/>
              <a:cs typeface="Geneva" charset="0"/>
            </a:endParaRPr>
          </a:p>
          <a:p>
            <a:pPr marL="0" marR="0" lvl="0" indent="0" algn="l" defTabSz="121917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en-US" sz="1600" b="1" i="0" u="none" strike="noStrike" kern="1200" cap="none" spc="0" normalizeH="0" baseline="0" noProof="0">
              <a:ln>
                <a:noFill/>
              </a:ln>
              <a:solidFill>
                <a:srgbClr val="FFFFFF"/>
              </a:solidFill>
              <a:effectLst/>
              <a:uLnTx/>
              <a:uFillTx/>
              <a:latin typeface="Arial"/>
              <a:ea typeface="Geneva"/>
              <a:cs typeface="Geneva" charset="0"/>
            </a:endParaRPr>
          </a:p>
          <a:p>
            <a:pPr marL="0" marR="0" lvl="0" indent="0" algn="l" defTabSz="121917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charset="0"/>
              <a:ea typeface="Geneva" pitchFamily="-109" charset="-128"/>
              <a:cs typeface="Arial"/>
            </a:endParaRPr>
          </a:p>
          <a:p>
            <a:pPr marL="0" marR="0" lvl="0" indent="0" algn="l" defTabSz="1219170" rtl="0" eaLnBrk="1" fontAlgn="base" latinLnBrk="0" hangingPunct="1">
              <a:lnSpc>
                <a:spcPct val="100000"/>
              </a:lnSpc>
              <a:spcBef>
                <a:spcPts val="600"/>
              </a:spcBef>
              <a:spcAft>
                <a:spcPct val="0"/>
              </a:spcAft>
              <a:buClrTx/>
              <a:buSzTx/>
              <a:buFont typeface="Arial" panose="020B0604020202020204" pitchFamily="34" charset="0"/>
              <a:buNone/>
              <a:tabLst/>
              <a:defRPr/>
            </a:pPr>
            <a:endParaRPr kumimoji="0" lang="en-US" sz="1600" b="0" i="0" u="none" strike="noStrike" kern="1200" cap="none" spc="0" normalizeH="0" baseline="0" noProof="0">
              <a:ln>
                <a:noFill/>
              </a:ln>
              <a:solidFill>
                <a:srgbClr val="FFFFFF"/>
              </a:solidFill>
              <a:effectLst/>
              <a:uLnTx/>
              <a:uFillTx/>
              <a:latin typeface="Arial"/>
              <a:ea typeface="Geneva"/>
              <a:cs typeface="Geneva" charset="0"/>
            </a:endParaRPr>
          </a:p>
        </p:txBody>
      </p:sp>
      <p:sp>
        <p:nvSpPr>
          <p:cNvPr id="43" name="Text Placeholder 3">
            <a:extLst>
              <a:ext uri="{FF2B5EF4-FFF2-40B4-BE49-F238E27FC236}">
                <a16:creationId xmlns:a16="http://schemas.microsoft.com/office/drawing/2014/main" id="{AFE1E2E9-C292-B89C-01F0-80CFA1609D13}"/>
              </a:ext>
            </a:extLst>
          </p:cNvPr>
          <p:cNvSpPr txBox="1">
            <a:spLocks/>
          </p:cNvSpPr>
          <p:nvPr/>
        </p:nvSpPr>
        <p:spPr>
          <a:xfrm>
            <a:off x="4741045" y="896705"/>
            <a:ext cx="3548725" cy="547769"/>
          </a:xfrm>
          <a:prstGeom prst="rect">
            <a:avLst/>
          </a:prstGeom>
          <a:solidFill>
            <a:schemeClr val="tx1"/>
          </a:solidFill>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marR="0" lvl="0" indent="0" algn="ctr" defTabSz="121917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chemeClr val="accent2"/>
                </a:solidFill>
                <a:effectLst/>
                <a:uLnTx/>
                <a:uFillTx/>
                <a:latin typeface="Arial"/>
                <a:ea typeface="Geneva"/>
                <a:cs typeface="Arial"/>
              </a:rPr>
              <a:t>NEW</a:t>
            </a:r>
            <a:r>
              <a:rPr kumimoji="0" lang="en-US" sz="1600" b="1" i="0" u="none" strike="noStrike" kern="1200" cap="none" spc="0" normalizeH="0" baseline="0" noProof="0" dirty="0">
                <a:ln>
                  <a:noFill/>
                </a:ln>
                <a:solidFill>
                  <a:srgbClr val="FFFFFF"/>
                </a:solidFill>
                <a:effectLst/>
                <a:uLnTx/>
                <a:uFillTx/>
                <a:latin typeface="Arial"/>
                <a:ea typeface="Geneva"/>
                <a:cs typeface="Arial"/>
              </a:rPr>
              <a:t xml:space="preserve"> -  Discovery Simplified Features Enabled</a:t>
            </a:r>
          </a:p>
          <a:p>
            <a:pPr marL="0" marR="0" lvl="0" indent="0" algn="ctr" defTabSz="121917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en-US" sz="1600" b="1" i="0" u="none" strike="noStrike" kern="1200" cap="none" spc="0" normalizeH="0" baseline="0" noProof="0" dirty="0">
              <a:ln>
                <a:noFill/>
              </a:ln>
              <a:solidFill>
                <a:srgbClr val="000962"/>
              </a:solidFill>
              <a:effectLst/>
              <a:uLnTx/>
              <a:uFillTx/>
              <a:latin typeface="Arial"/>
              <a:ea typeface="Geneva"/>
              <a:cs typeface="Arial"/>
            </a:endParaRPr>
          </a:p>
          <a:p>
            <a:pPr marL="0" marR="0" lvl="0" indent="0" algn="l" defTabSz="121917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en-US" sz="3200" b="0" i="0" u="none" strike="noStrike" kern="1200" cap="none" spc="0" normalizeH="0" baseline="0" noProof="0" dirty="0">
              <a:ln>
                <a:noFill/>
              </a:ln>
              <a:solidFill>
                <a:srgbClr val="000962"/>
              </a:solidFill>
              <a:effectLst/>
              <a:uLnTx/>
              <a:uFillTx/>
              <a:latin typeface="Arial" charset="0"/>
              <a:ea typeface="Geneva" pitchFamily="-109" charset="-128"/>
              <a:cs typeface="+mn-cs"/>
            </a:endParaRPr>
          </a:p>
        </p:txBody>
      </p:sp>
      <p:sp>
        <p:nvSpPr>
          <p:cNvPr id="51" name="Slide Number Placeholder 50">
            <a:extLst>
              <a:ext uri="{FF2B5EF4-FFF2-40B4-BE49-F238E27FC236}">
                <a16:creationId xmlns:a16="http://schemas.microsoft.com/office/drawing/2014/main" id="{A6949909-690A-1065-ABCC-E93A58245A7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4" name="Rectangle 3">
            <a:extLst>
              <a:ext uri="{FF2B5EF4-FFF2-40B4-BE49-F238E27FC236}">
                <a16:creationId xmlns:a16="http://schemas.microsoft.com/office/drawing/2014/main" id="{668A6171-9827-6A4D-B3C6-8B56BE78D1EC}"/>
              </a:ext>
            </a:extLst>
          </p:cNvPr>
          <p:cNvSpPr/>
          <p:nvPr/>
        </p:nvSpPr>
        <p:spPr bwMode="ltGray">
          <a:xfrm>
            <a:off x="720091" y="5016967"/>
            <a:ext cx="3635600" cy="847893"/>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1" name="TextBox 10">
            <a:extLst>
              <a:ext uri="{FF2B5EF4-FFF2-40B4-BE49-F238E27FC236}">
                <a16:creationId xmlns:a16="http://schemas.microsoft.com/office/drawing/2014/main" id="{3901FF58-39DB-865D-BF37-5FA237297936}"/>
              </a:ext>
            </a:extLst>
          </p:cNvPr>
          <p:cNvSpPr txBox="1"/>
          <p:nvPr/>
        </p:nvSpPr>
        <p:spPr>
          <a:xfrm>
            <a:off x="1062927" y="5123974"/>
            <a:ext cx="3068471" cy="646331"/>
          </a:xfrm>
          <a:prstGeom prst="rect">
            <a:avLst/>
          </a:prstGeom>
          <a:solidFill>
            <a:schemeClr val="accent3"/>
          </a:solid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468FF"/>
                </a:solidFill>
                <a:effectLst/>
                <a:uLnTx/>
                <a:uFillTx/>
                <a:latin typeface="Arial"/>
                <a:ea typeface="+mn-ea"/>
                <a:cs typeface="+mn-cs"/>
              </a:rPr>
              <a:t xml:space="preserve">Pivot to telling the story easily when appropriate without leaving the page. Simply hit the “i” button to access. </a:t>
            </a:r>
          </a:p>
        </p:txBody>
      </p:sp>
      <p:sp>
        <p:nvSpPr>
          <p:cNvPr id="22" name="Rectangle 21">
            <a:extLst>
              <a:ext uri="{FF2B5EF4-FFF2-40B4-BE49-F238E27FC236}">
                <a16:creationId xmlns:a16="http://schemas.microsoft.com/office/drawing/2014/main" id="{3C3DDB43-6A0E-68B1-CA36-8BE57E6E6E0E}"/>
              </a:ext>
            </a:extLst>
          </p:cNvPr>
          <p:cNvSpPr/>
          <p:nvPr/>
        </p:nvSpPr>
        <p:spPr bwMode="ltGray">
          <a:xfrm>
            <a:off x="4811024" y="5051668"/>
            <a:ext cx="3408765" cy="847892"/>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24" name="TextBox 23">
            <a:extLst>
              <a:ext uri="{FF2B5EF4-FFF2-40B4-BE49-F238E27FC236}">
                <a16:creationId xmlns:a16="http://schemas.microsoft.com/office/drawing/2014/main" id="{0E1972CD-9DFD-3F80-96CD-DF19F7A22F2C}"/>
              </a:ext>
            </a:extLst>
          </p:cNvPr>
          <p:cNvSpPr txBox="1"/>
          <p:nvPr/>
        </p:nvSpPr>
        <p:spPr>
          <a:xfrm>
            <a:off x="5018672" y="5068654"/>
            <a:ext cx="3068471" cy="861774"/>
          </a:xfrm>
          <a:prstGeom prst="rect">
            <a:avLst/>
          </a:prstGeom>
          <a:solidFill>
            <a:schemeClr val="accent3"/>
          </a:solid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468FF"/>
                </a:solidFill>
                <a:effectLst/>
                <a:uLnTx/>
                <a:uFillTx/>
                <a:latin typeface="Arial"/>
                <a:ea typeface="+mn-ea"/>
                <a:cs typeface="+mn-cs"/>
              </a:rPr>
              <a:t>No need to manually calculate an employer's match. The tool calculates  based off income and method. Also helps tie benefits to income.</a:t>
            </a:r>
          </a:p>
        </p:txBody>
      </p:sp>
      <p:pic>
        <p:nvPicPr>
          <p:cNvPr id="3" name="Picture 2">
            <a:extLst>
              <a:ext uri="{FF2B5EF4-FFF2-40B4-BE49-F238E27FC236}">
                <a16:creationId xmlns:a16="http://schemas.microsoft.com/office/drawing/2014/main" id="{9C0286AA-F74F-5E30-BF56-87A128C8856F}"/>
              </a:ext>
            </a:extLst>
          </p:cNvPr>
          <p:cNvPicPr>
            <a:picLocks noChangeAspect="1"/>
          </p:cNvPicPr>
          <p:nvPr/>
        </p:nvPicPr>
        <p:blipFill>
          <a:blip r:embed="rId3"/>
          <a:stretch>
            <a:fillRect/>
          </a:stretch>
        </p:blipFill>
        <p:spPr>
          <a:xfrm>
            <a:off x="8539805" y="1449864"/>
            <a:ext cx="3469382" cy="4511431"/>
          </a:xfrm>
          <a:prstGeom prst="rect">
            <a:avLst/>
          </a:prstGeom>
        </p:spPr>
      </p:pic>
      <p:pic>
        <p:nvPicPr>
          <p:cNvPr id="5" name="Picture 4">
            <a:extLst>
              <a:ext uri="{FF2B5EF4-FFF2-40B4-BE49-F238E27FC236}">
                <a16:creationId xmlns:a16="http://schemas.microsoft.com/office/drawing/2014/main" id="{C0504036-BE3D-8C93-2B89-5E102FA196B8}"/>
              </a:ext>
            </a:extLst>
          </p:cNvPr>
          <p:cNvPicPr>
            <a:picLocks noChangeAspect="1"/>
          </p:cNvPicPr>
          <p:nvPr/>
        </p:nvPicPr>
        <p:blipFill>
          <a:blip r:embed="rId4"/>
          <a:stretch>
            <a:fillRect/>
          </a:stretch>
        </p:blipFill>
        <p:spPr>
          <a:xfrm>
            <a:off x="8646750" y="5065356"/>
            <a:ext cx="3293298" cy="799503"/>
          </a:xfrm>
          <a:prstGeom prst="rect">
            <a:avLst/>
          </a:prstGeom>
          <a:solidFill>
            <a:schemeClr val="accent3"/>
          </a:solidFill>
        </p:spPr>
      </p:pic>
      <p:sp>
        <p:nvSpPr>
          <p:cNvPr id="8" name="TextBox 7">
            <a:extLst>
              <a:ext uri="{FF2B5EF4-FFF2-40B4-BE49-F238E27FC236}">
                <a16:creationId xmlns:a16="http://schemas.microsoft.com/office/drawing/2014/main" id="{0C637C69-AD90-D793-8335-6C8DEABFEDCC}"/>
              </a:ext>
            </a:extLst>
          </p:cNvPr>
          <p:cNvSpPr txBox="1"/>
          <p:nvPr/>
        </p:nvSpPr>
        <p:spPr>
          <a:xfrm>
            <a:off x="8718238" y="5143178"/>
            <a:ext cx="3150321" cy="738664"/>
          </a:xfrm>
          <a:prstGeom prst="rect">
            <a:avLst/>
          </a:prstGeom>
          <a:solidFill>
            <a:schemeClr val="accent3"/>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468FF"/>
                </a:solidFill>
                <a:effectLst/>
                <a:uLnTx/>
                <a:uFillTx/>
                <a:latin typeface="Arial"/>
                <a:ea typeface="+mn-ea"/>
                <a:cs typeface="+mn-cs"/>
              </a:rPr>
              <a:t xml:space="preserve">Practice your presentation skills easily. Initial phase is Discovery, with additional modules added soon. </a:t>
            </a:r>
          </a:p>
        </p:txBody>
      </p:sp>
      <p:sp>
        <p:nvSpPr>
          <p:cNvPr id="17" name="TextBox 16">
            <a:extLst>
              <a:ext uri="{FF2B5EF4-FFF2-40B4-BE49-F238E27FC236}">
                <a16:creationId xmlns:a16="http://schemas.microsoft.com/office/drawing/2014/main" id="{1191D287-7044-F4A3-C4B5-CAC90237EC99}"/>
              </a:ext>
            </a:extLst>
          </p:cNvPr>
          <p:cNvSpPr txBox="1"/>
          <p:nvPr/>
        </p:nvSpPr>
        <p:spPr>
          <a:xfrm>
            <a:off x="8539805" y="848106"/>
            <a:ext cx="3466051" cy="584775"/>
          </a:xfrm>
          <a:prstGeom prst="rect">
            <a:avLst/>
          </a:prstGeom>
          <a:solidFill>
            <a:schemeClr val="tx1"/>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accent2"/>
                </a:solidFill>
                <a:effectLst/>
                <a:uLnTx/>
                <a:uFillTx/>
                <a:latin typeface="Arial"/>
                <a:ea typeface="Geneva"/>
                <a:cs typeface="Arial"/>
              </a:rPr>
              <a:t>NEW</a:t>
            </a:r>
            <a:r>
              <a:rPr kumimoji="0" lang="en-US" sz="1600" b="1" i="0" u="none" strike="noStrike" kern="1200" cap="none" spc="0" normalizeH="0" baseline="0" noProof="0" dirty="0">
                <a:ln>
                  <a:noFill/>
                </a:ln>
                <a:solidFill>
                  <a:srgbClr val="FFFFFF"/>
                </a:solidFill>
                <a:effectLst/>
                <a:uLnTx/>
                <a:uFillTx/>
                <a:latin typeface="Arial"/>
                <a:ea typeface="Geneva"/>
                <a:cs typeface="Arial"/>
              </a:rPr>
              <a:t xml:space="preserve"> - In-Tool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Geneva"/>
                <a:cs typeface="Arial"/>
              </a:rPr>
              <a:t>Practice Environment</a:t>
            </a:r>
          </a:p>
        </p:txBody>
      </p:sp>
      <p:pic>
        <p:nvPicPr>
          <p:cNvPr id="20" name="Picture 19">
            <a:extLst>
              <a:ext uri="{FF2B5EF4-FFF2-40B4-BE49-F238E27FC236}">
                <a16:creationId xmlns:a16="http://schemas.microsoft.com/office/drawing/2014/main" id="{AFE9531B-4184-A9F7-4445-51A1FC6BBACE}"/>
              </a:ext>
            </a:extLst>
          </p:cNvPr>
          <p:cNvPicPr>
            <a:picLocks noChangeAspect="1"/>
          </p:cNvPicPr>
          <p:nvPr/>
        </p:nvPicPr>
        <p:blipFill>
          <a:blip r:embed="rId5"/>
          <a:stretch>
            <a:fillRect/>
          </a:stretch>
        </p:blipFill>
        <p:spPr>
          <a:xfrm>
            <a:off x="5165129" y="1607021"/>
            <a:ext cx="2540189" cy="3271626"/>
          </a:xfrm>
          <a:prstGeom prst="rect">
            <a:avLst/>
          </a:prstGeom>
        </p:spPr>
      </p:pic>
      <p:sp>
        <p:nvSpPr>
          <p:cNvPr id="9" name="TextBox 8">
            <a:extLst>
              <a:ext uri="{FF2B5EF4-FFF2-40B4-BE49-F238E27FC236}">
                <a16:creationId xmlns:a16="http://schemas.microsoft.com/office/drawing/2014/main" id="{29AC5523-042D-BC3F-493E-CF51BDEDAAA4}"/>
              </a:ext>
            </a:extLst>
          </p:cNvPr>
          <p:cNvSpPr txBox="1"/>
          <p:nvPr/>
        </p:nvSpPr>
        <p:spPr>
          <a:xfrm>
            <a:off x="1033686" y="2077880"/>
            <a:ext cx="2221787" cy="584775"/>
          </a:xfrm>
          <a:prstGeom prst="rect">
            <a:avLst/>
          </a:prstGeom>
          <a:noFill/>
        </p:spPr>
        <p:txBody>
          <a:bodyPr wrap="square">
            <a:spAutoFit/>
          </a:bodyPr>
          <a:lstStyle/>
          <a:p>
            <a:pPr marL="0" marR="0" lvl="0" indent="0" algn="ctr" defTabSz="1219170" rtl="0" eaLnBrk="1" fontAlgn="base" latinLnBrk="0" hangingPunct="1">
              <a:lnSpc>
                <a:spcPct val="100000"/>
              </a:lnSpc>
              <a:spcBef>
                <a:spcPct val="0"/>
              </a:spcBef>
              <a:spcAft>
                <a:spcPct val="0"/>
              </a:spcAft>
              <a:buClrTx/>
              <a:buSzTx/>
              <a:buFont typeface="Arial" panose="020B0604020202020204" pitchFamily="34" charset="0"/>
              <a:buNone/>
              <a:tabLst/>
              <a:defRPr/>
            </a:pPr>
            <a:br>
              <a:rPr kumimoji="0" lang="en-US" sz="1600" b="1" i="0" u="none" strike="noStrike" kern="1200" cap="none" spc="0" normalizeH="0" baseline="0" noProof="0">
                <a:ln>
                  <a:noFill/>
                </a:ln>
                <a:solidFill>
                  <a:srgbClr val="000962"/>
                </a:solidFill>
                <a:effectLst/>
                <a:uLnTx/>
                <a:uFillTx/>
                <a:latin typeface="Arial"/>
                <a:ea typeface="Geneva"/>
                <a:cs typeface="Arial"/>
              </a:rPr>
            </a:br>
            <a:endParaRPr kumimoji="0" lang="en-US" sz="1600" b="0" i="0" u="none" strike="noStrike" kern="1200" cap="none" spc="0" normalizeH="0" baseline="0" noProof="0">
              <a:ln>
                <a:noFill/>
              </a:ln>
              <a:solidFill>
                <a:srgbClr val="000962"/>
              </a:solidFill>
              <a:effectLst/>
              <a:uLnTx/>
              <a:uFillTx/>
              <a:latin typeface="Arial"/>
              <a:ea typeface="Geneva"/>
              <a:cs typeface="Arial"/>
            </a:endParaRPr>
          </a:p>
        </p:txBody>
      </p:sp>
      <p:pic>
        <p:nvPicPr>
          <p:cNvPr id="12" name="Picture 11">
            <a:extLst>
              <a:ext uri="{FF2B5EF4-FFF2-40B4-BE49-F238E27FC236}">
                <a16:creationId xmlns:a16="http://schemas.microsoft.com/office/drawing/2014/main" id="{0979CDAE-0487-9A1D-F68A-C0A3E8D364A0}"/>
              </a:ext>
            </a:extLst>
          </p:cNvPr>
          <p:cNvPicPr>
            <a:picLocks noChangeAspect="1"/>
          </p:cNvPicPr>
          <p:nvPr/>
        </p:nvPicPr>
        <p:blipFill>
          <a:blip r:embed="rId6"/>
          <a:stretch>
            <a:fillRect/>
          </a:stretch>
        </p:blipFill>
        <p:spPr>
          <a:xfrm>
            <a:off x="6728569" y="1952123"/>
            <a:ext cx="1124146" cy="635044"/>
          </a:xfrm>
          <a:prstGeom prst="rect">
            <a:avLst/>
          </a:prstGeom>
          <a:ln>
            <a:noFill/>
          </a:ln>
          <a:effectLst>
            <a:outerShdw blurRad="190500" algn="tl" rotWithShape="0">
              <a:srgbClr val="000000">
                <a:alpha val="70000"/>
              </a:srgbClr>
            </a:outerShdw>
          </a:effectLst>
        </p:spPr>
      </p:pic>
      <p:pic>
        <p:nvPicPr>
          <p:cNvPr id="16" name="Picture 15">
            <a:extLst>
              <a:ext uri="{FF2B5EF4-FFF2-40B4-BE49-F238E27FC236}">
                <a16:creationId xmlns:a16="http://schemas.microsoft.com/office/drawing/2014/main" id="{DAE0B97B-2B94-7632-6937-1F16B0D167F3}"/>
              </a:ext>
            </a:extLst>
          </p:cNvPr>
          <p:cNvPicPr>
            <a:picLocks noChangeAspect="1"/>
          </p:cNvPicPr>
          <p:nvPr/>
        </p:nvPicPr>
        <p:blipFill>
          <a:blip r:embed="rId7"/>
          <a:stretch>
            <a:fillRect/>
          </a:stretch>
        </p:blipFill>
        <p:spPr>
          <a:xfrm>
            <a:off x="8681955" y="1703816"/>
            <a:ext cx="3186604" cy="3177491"/>
          </a:xfrm>
          <a:prstGeom prst="rect">
            <a:avLst/>
          </a:prstGeom>
        </p:spPr>
      </p:pic>
      <p:pic>
        <p:nvPicPr>
          <p:cNvPr id="18" name="Picture 17">
            <a:extLst>
              <a:ext uri="{FF2B5EF4-FFF2-40B4-BE49-F238E27FC236}">
                <a16:creationId xmlns:a16="http://schemas.microsoft.com/office/drawing/2014/main" id="{2138ECE5-8009-087C-C205-D1CAFC6FC2BF}"/>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889543" y="1622070"/>
            <a:ext cx="3267050" cy="3241527"/>
          </a:xfrm>
          <a:prstGeom prst="rect">
            <a:avLst/>
          </a:prstGeom>
        </p:spPr>
      </p:pic>
      <p:sp>
        <p:nvSpPr>
          <p:cNvPr id="7" name="TextBox 6">
            <a:extLst>
              <a:ext uri="{FF2B5EF4-FFF2-40B4-BE49-F238E27FC236}">
                <a16:creationId xmlns:a16="http://schemas.microsoft.com/office/drawing/2014/main" id="{E4955451-B8A5-B480-0BE0-16E9B5E611A3}"/>
              </a:ext>
            </a:extLst>
          </p:cNvPr>
          <p:cNvSpPr txBox="1"/>
          <p:nvPr/>
        </p:nvSpPr>
        <p:spPr>
          <a:xfrm>
            <a:off x="1221778" y="6319959"/>
            <a:ext cx="5213445" cy="484748"/>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962"/>
                </a:solidFill>
                <a:effectLst/>
                <a:uLnTx/>
                <a:uFillTx/>
                <a:latin typeface="Arial"/>
                <a:ea typeface="+mn-ea"/>
                <a:cs typeface="+mn-cs"/>
              </a:rPr>
              <a:t>For internal use only. Not for use with the public.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962"/>
                </a:solidFill>
                <a:effectLst/>
                <a:uLnTx/>
                <a:uFillTx/>
                <a:latin typeface="Arial"/>
                <a:ea typeface="+mn-ea"/>
                <a:cs typeface="+mn-cs"/>
              </a:rPr>
              <a:t>SMRU 8837959 New York Life Insurance Company(NY,NY)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962"/>
                </a:solidFill>
                <a:effectLst/>
                <a:uLnTx/>
                <a:uFillTx/>
                <a:latin typeface="Arial"/>
                <a:ea typeface="+mn-ea"/>
                <a:cs typeface="+mn-cs"/>
              </a:rPr>
              <a:t xml:space="preserve"> </a:t>
            </a:r>
          </a:p>
        </p:txBody>
      </p:sp>
      <p:pic>
        <p:nvPicPr>
          <p:cNvPr id="6" name="Picture 5">
            <a:extLst>
              <a:ext uri="{FF2B5EF4-FFF2-40B4-BE49-F238E27FC236}">
                <a16:creationId xmlns:a16="http://schemas.microsoft.com/office/drawing/2014/main" id="{66EB064F-09DC-C843-4C8D-A06A198225CE}"/>
              </a:ext>
            </a:extLst>
          </p:cNvPr>
          <p:cNvPicPr>
            <a:picLocks noChangeAspect="1"/>
          </p:cNvPicPr>
          <p:nvPr/>
        </p:nvPicPr>
        <p:blipFill>
          <a:blip r:embed="rId9"/>
          <a:stretch>
            <a:fillRect/>
          </a:stretch>
        </p:blipFill>
        <p:spPr>
          <a:xfrm>
            <a:off x="8894011" y="3569181"/>
            <a:ext cx="1207113" cy="621846"/>
          </a:xfrm>
          <a:prstGeom prst="rect">
            <a:avLst/>
          </a:prstGeom>
        </p:spPr>
      </p:pic>
    </p:spTree>
    <p:extLst>
      <p:ext uri="{BB962C8B-B14F-4D97-AF65-F5344CB8AC3E}">
        <p14:creationId xmlns:p14="http://schemas.microsoft.com/office/powerpoint/2010/main" val="24306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0299-AE48-F7CE-E9C9-06C8B369EC3C}"/>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00632904-66C0-5E10-1123-DF081D8799EA}"/>
              </a:ext>
            </a:extLst>
          </p:cNvPr>
          <p:cNvSpPr>
            <a:spLocks/>
          </p:cNvSpPr>
          <p:nvPr/>
        </p:nvSpPr>
        <p:spPr>
          <a:xfrm>
            <a:off x="632355" y="1470650"/>
            <a:ext cx="10951962" cy="449169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rial"/>
              <a:ea typeface="+mn-ea"/>
              <a:cs typeface="+mn-cs"/>
            </a:endParaRPr>
          </a:p>
        </p:txBody>
      </p:sp>
      <p:sp>
        <p:nvSpPr>
          <p:cNvPr id="3" name="Rectangle 2">
            <a:extLst>
              <a:ext uri="{FF2B5EF4-FFF2-40B4-BE49-F238E27FC236}">
                <a16:creationId xmlns:a16="http://schemas.microsoft.com/office/drawing/2014/main" id="{03CABF75-CEDC-5AE6-27C7-72A0BC6A2768}"/>
              </a:ext>
            </a:extLst>
          </p:cNvPr>
          <p:cNvSpPr/>
          <p:nvPr/>
        </p:nvSpPr>
        <p:spPr>
          <a:xfrm>
            <a:off x="688559" y="1521937"/>
            <a:ext cx="6017041" cy="4389120"/>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itle 1">
            <a:extLst>
              <a:ext uri="{FF2B5EF4-FFF2-40B4-BE49-F238E27FC236}">
                <a16:creationId xmlns:a16="http://schemas.microsoft.com/office/drawing/2014/main" id="{28F453E3-850F-4587-CCB1-585539CF7433}"/>
              </a:ext>
            </a:extLst>
          </p:cNvPr>
          <p:cNvSpPr>
            <a:spLocks noGrp="1"/>
          </p:cNvSpPr>
          <p:nvPr>
            <p:ph type="title"/>
          </p:nvPr>
        </p:nvSpPr>
        <p:spPr>
          <a:xfrm>
            <a:off x="626269" y="493776"/>
            <a:ext cx="10939462" cy="804672"/>
          </a:xfrm>
        </p:spPr>
        <p:txBody>
          <a:bodyPr vert="horz" lIns="0" tIns="0" rIns="0" bIns="0" anchor="t" anchorCtr="0"/>
          <a:lstStyle/>
          <a:p>
            <a:r>
              <a:rPr lang="en-US" dirty="0"/>
              <a:t>Lifetime Mutual Income Annuity client mailing</a:t>
            </a:r>
          </a:p>
        </p:txBody>
      </p:sp>
      <p:sp>
        <p:nvSpPr>
          <p:cNvPr id="51" name="Slide Number Placeholder 50">
            <a:extLst>
              <a:ext uri="{FF2B5EF4-FFF2-40B4-BE49-F238E27FC236}">
                <a16:creationId xmlns:a16="http://schemas.microsoft.com/office/drawing/2014/main" id="{1B19F7B6-708F-941C-7312-25FBE44B1BA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4" name="Rectangle 3">
            <a:extLst>
              <a:ext uri="{FF2B5EF4-FFF2-40B4-BE49-F238E27FC236}">
                <a16:creationId xmlns:a16="http://schemas.microsoft.com/office/drawing/2014/main" id="{4BC9B7BA-67D6-6D10-1932-51FCCD258560}"/>
              </a:ext>
            </a:extLst>
          </p:cNvPr>
          <p:cNvSpPr/>
          <p:nvPr/>
        </p:nvSpPr>
        <p:spPr bwMode="ltGray">
          <a:xfrm>
            <a:off x="851625" y="4662867"/>
            <a:ext cx="5502281"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7" name="Text Placeholder 2">
            <a:extLst>
              <a:ext uri="{FF2B5EF4-FFF2-40B4-BE49-F238E27FC236}">
                <a16:creationId xmlns:a16="http://schemas.microsoft.com/office/drawing/2014/main" id="{62C65BEA-9E1D-520E-4DCD-11A2A06EC14B}"/>
              </a:ext>
            </a:extLst>
          </p:cNvPr>
          <p:cNvSpPr txBox="1">
            <a:spLocks/>
          </p:cNvSpPr>
          <p:nvPr/>
        </p:nvSpPr>
        <p:spPr>
          <a:xfrm>
            <a:off x="626269" y="906700"/>
            <a:ext cx="11520487" cy="307777"/>
          </a:xfrm>
          <a:prstGeom prst="rect">
            <a:avLst/>
          </a:prstGeom>
        </p:spPr>
        <p:txBody>
          <a:bodyPr vert="horz"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chemeClr val="accent2"/>
                </a:solidFill>
                <a:effectLst/>
                <a:uLnTx/>
                <a:uFillTx/>
                <a:latin typeface="Arial"/>
                <a:ea typeface="+mn-ea"/>
                <a:cs typeface="Arial" panose="020B0604020202020204" pitchFamily="34" charset="0"/>
              </a:rPr>
              <a:t>A timely client outreach designed to prompt retirement income conversations</a:t>
            </a:r>
          </a:p>
        </p:txBody>
      </p:sp>
      <p:sp>
        <p:nvSpPr>
          <p:cNvPr id="11" name="TextBox 10">
            <a:extLst>
              <a:ext uri="{FF2B5EF4-FFF2-40B4-BE49-F238E27FC236}">
                <a16:creationId xmlns:a16="http://schemas.microsoft.com/office/drawing/2014/main" id="{8359D014-2391-F012-58EE-AE7BB69BB9F1}"/>
              </a:ext>
            </a:extLst>
          </p:cNvPr>
          <p:cNvSpPr txBox="1"/>
          <p:nvPr/>
        </p:nvSpPr>
        <p:spPr>
          <a:xfrm>
            <a:off x="1211856" y="4966485"/>
            <a:ext cx="3438790"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42E8"/>
                </a:solidFill>
                <a:effectLst/>
                <a:uLnTx/>
                <a:uFillTx/>
                <a:latin typeface="Arial"/>
                <a:ea typeface="+mn-ea"/>
                <a:cs typeface="+mn-cs"/>
              </a:rPr>
              <a:t>Scan the QR code for mailing details and resources on Info Central</a:t>
            </a:r>
          </a:p>
        </p:txBody>
      </p:sp>
      <p:sp>
        <p:nvSpPr>
          <p:cNvPr id="13" name="Isosceles Triangle 12">
            <a:extLst>
              <a:ext uri="{FF2B5EF4-FFF2-40B4-BE49-F238E27FC236}">
                <a16:creationId xmlns:a16="http://schemas.microsoft.com/office/drawing/2014/main" id="{642F5627-A37C-AEE7-7056-7CB9BE09C7F3}"/>
              </a:ext>
            </a:extLst>
          </p:cNvPr>
          <p:cNvSpPr/>
          <p:nvPr/>
        </p:nvSpPr>
        <p:spPr bwMode="ltGray">
          <a:xfrm rot="5400000">
            <a:off x="4868267" y="5094690"/>
            <a:ext cx="285220" cy="236032"/>
          </a:xfrm>
          <a:prstGeom prst="triangle">
            <a:avLst/>
          </a:prstGeom>
          <a:solidFill>
            <a:srgbClr val="0468FF"/>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sp>
        <p:nvSpPr>
          <p:cNvPr id="6" name="TextBox 5">
            <a:extLst>
              <a:ext uri="{FF2B5EF4-FFF2-40B4-BE49-F238E27FC236}">
                <a16:creationId xmlns:a16="http://schemas.microsoft.com/office/drawing/2014/main" id="{0DF04D9F-849F-0812-587E-193B001D6411}"/>
              </a:ext>
            </a:extLst>
          </p:cNvPr>
          <p:cNvSpPr txBox="1"/>
          <p:nvPr/>
        </p:nvSpPr>
        <p:spPr>
          <a:xfrm>
            <a:off x="851626" y="1787457"/>
            <a:ext cx="5748466" cy="2693045"/>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1" i="0" u="none" strike="noStrike" kern="1200" cap="none" spc="0" normalizeH="0" baseline="0" noProof="0">
                <a:ln>
                  <a:noFill/>
                </a:ln>
                <a:solidFill>
                  <a:srgbClr val="000962"/>
                </a:solidFill>
                <a:effectLst/>
                <a:uLnTx/>
                <a:uFillTx/>
                <a:latin typeface="Arial"/>
                <a:ea typeface="+mn-ea"/>
                <a:cs typeface="+mn-cs"/>
              </a:rPr>
              <a:t>April 8</a:t>
            </a:r>
            <a:r>
              <a:rPr kumimoji="0" lang="en-US" sz="2000" b="0" i="0" u="none" strike="noStrike" kern="1200" cap="none" spc="0" normalizeH="0" baseline="0" noProof="0">
                <a:ln>
                  <a:noFill/>
                </a:ln>
                <a:solidFill>
                  <a:srgbClr val="000962"/>
                </a:solidFill>
                <a:effectLst/>
                <a:uLnTx/>
                <a:uFillTx/>
                <a:latin typeface="Arial"/>
                <a:ea typeface="+mn-ea"/>
                <a:cs typeface="+mn-cs"/>
              </a:rPr>
              <a:t xml:space="preserve"> letter invited eligible clients to learn more about </a:t>
            </a:r>
            <a:r>
              <a:rPr kumimoji="0" lang="en-US" sz="2000" b="1" i="0" u="none" strike="noStrike" kern="1200" cap="none" spc="0" normalizeH="0" baseline="0" noProof="0">
                <a:ln>
                  <a:noFill/>
                </a:ln>
                <a:solidFill>
                  <a:srgbClr val="000962"/>
                </a:solidFill>
                <a:effectLst/>
                <a:uLnTx/>
                <a:uFillTx/>
                <a:latin typeface="Arial"/>
                <a:ea typeface="+mn-ea"/>
                <a:cs typeface="+mn-cs"/>
              </a:rPr>
              <a:t>Lifetime Mutual Annuity Income</a:t>
            </a:r>
            <a:r>
              <a:rPr kumimoji="0" lang="en-US" sz="2000" b="0" i="0" u="none" strike="noStrike" kern="1200" cap="none" spc="0" normalizeH="0" baseline="0" noProof="0">
                <a:ln>
                  <a:noFill/>
                </a:ln>
                <a:solidFill>
                  <a:srgbClr val="000962"/>
                </a:solidFill>
                <a:effectLst/>
                <a:uLnTx/>
                <a:uFillTx/>
                <a:latin typeface="Arial"/>
                <a:ea typeface="+mn-ea"/>
                <a:cs typeface="+mn-cs"/>
              </a:rPr>
              <a:t>.</a:t>
            </a:r>
          </a:p>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1" i="0" u="none" strike="noStrike" kern="1200" cap="none" spc="0" normalizeH="0" baseline="0" noProof="0">
                <a:ln>
                  <a:noFill/>
                </a:ln>
                <a:solidFill>
                  <a:srgbClr val="000962"/>
                </a:solidFill>
                <a:effectLst/>
                <a:uLnTx/>
                <a:uFillTx/>
                <a:latin typeface="Arial"/>
                <a:ea typeface="+mn-ea"/>
                <a:cs typeface="+mn-cs"/>
              </a:rPr>
              <a:t xml:space="preserve">April 16 </a:t>
            </a:r>
            <a:r>
              <a:rPr kumimoji="0" lang="en-US" sz="2000" b="0" i="0" u="none" strike="noStrike" kern="1200" cap="none" spc="0" normalizeH="0" baseline="0" noProof="0">
                <a:ln>
                  <a:noFill/>
                </a:ln>
                <a:solidFill>
                  <a:srgbClr val="000962"/>
                </a:solidFill>
                <a:effectLst/>
                <a:uLnTx/>
                <a:uFillTx/>
                <a:latin typeface="Arial"/>
                <a:ea typeface="+mn-ea"/>
                <a:cs typeface="+mn-cs"/>
              </a:rPr>
              <a:t>email reinforced guaranteed lifetime income and dividend potential.</a:t>
            </a:r>
          </a:p>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962"/>
                </a:solidFill>
                <a:effectLst/>
                <a:uLnTx/>
                <a:uFillTx/>
                <a:latin typeface="Arial"/>
                <a:ea typeface="+mn-ea"/>
                <a:cs typeface="+mn-cs"/>
              </a:rPr>
              <a:t>Mailing supports timely outreach amid market uncertainty.</a:t>
            </a:r>
          </a:p>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962"/>
                </a:solidFill>
                <a:effectLst/>
                <a:uLnTx/>
                <a:uFillTx/>
                <a:latin typeface="Arial"/>
                <a:ea typeface="+mn-ea"/>
                <a:cs typeface="+mn-cs"/>
              </a:rPr>
              <a:t xml:space="preserve">Sent to about </a:t>
            </a:r>
            <a:r>
              <a:rPr kumimoji="0" lang="en-US" sz="2000" b="1" i="0" u="none" strike="noStrike" kern="1200" cap="none" spc="0" normalizeH="0" baseline="0" noProof="0">
                <a:ln>
                  <a:noFill/>
                </a:ln>
                <a:solidFill>
                  <a:srgbClr val="000962"/>
                </a:solidFill>
                <a:effectLst/>
                <a:uLnTx/>
                <a:uFillTx/>
                <a:latin typeface="Arial"/>
                <a:ea typeface="+mn-ea"/>
                <a:cs typeface="+mn-cs"/>
              </a:rPr>
              <a:t>200,000</a:t>
            </a:r>
            <a:r>
              <a:rPr kumimoji="0" lang="en-US" sz="2000" b="0" i="0" u="none" strike="noStrike" kern="1200" cap="none" spc="0" normalizeH="0" baseline="0" noProof="0">
                <a:ln>
                  <a:noFill/>
                </a:ln>
                <a:solidFill>
                  <a:srgbClr val="000962"/>
                </a:solidFill>
                <a:effectLst/>
                <a:uLnTx/>
                <a:uFillTx/>
                <a:latin typeface="Arial"/>
                <a:ea typeface="+mn-ea"/>
                <a:cs typeface="+mn-cs"/>
              </a:rPr>
              <a:t xml:space="preserve"> model-selected clients </a:t>
            </a:r>
            <a:r>
              <a:rPr kumimoji="0" lang="en-US" sz="2000" b="1" i="0" u="none" strike="noStrike" kern="1200" cap="none" spc="0" normalizeH="0" baseline="0" noProof="0">
                <a:ln>
                  <a:noFill/>
                </a:ln>
                <a:solidFill>
                  <a:srgbClr val="000962"/>
                </a:solidFill>
                <a:effectLst/>
                <a:uLnTx/>
                <a:uFillTx/>
                <a:latin typeface="Arial"/>
                <a:ea typeface="+mn-ea"/>
                <a:cs typeface="+mn-cs"/>
              </a:rPr>
              <a:t>ages 26–85</a:t>
            </a:r>
            <a:r>
              <a:rPr kumimoji="0" lang="en-US" sz="2000" b="0" i="0" u="none" strike="noStrike" kern="1200" cap="none" spc="0" normalizeH="0" baseline="0" noProof="0">
                <a:ln>
                  <a:noFill/>
                </a:ln>
                <a:solidFill>
                  <a:srgbClr val="000962"/>
                </a:solidFill>
                <a:effectLst/>
                <a:uLnTx/>
                <a:uFillTx/>
                <a:latin typeface="Arial"/>
                <a:ea typeface="+mn-ea"/>
                <a:cs typeface="+mn-cs"/>
              </a:rPr>
              <a:t>.</a:t>
            </a:r>
          </a:p>
        </p:txBody>
      </p:sp>
      <p:pic>
        <p:nvPicPr>
          <p:cNvPr id="8" name="Picture 7">
            <a:extLst>
              <a:ext uri="{FF2B5EF4-FFF2-40B4-BE49-F238E27FC236}">
                <a16:creationId xmlns:a16="http://schemas.microsoft.com/office/drawing/2014/main" id="{59F4CEB1-9ED2-7B2B-B23D-62329CE54F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98915" y="4659932"/>
            <a:ext cx="1105549" cy="1105549"/>
          </a:xfrm>
          <a:prstGeom prst="rect">
            <a:avLst/>
          </a:prstGeom>
        </p:spPr>
      </p:pic>
      <p:sp>
        <p:nvSpPr>
          <p:cNvPr id="9" name="Rectangle 8">
            <a:extLst>
              <a:ext uri="{FF2B5EF4-FFF2-40B4-BE49-F238E27FC236}">
                <a16:creationId xmlns:a16="http://schemas.microsoft.com/office/drawing/2014/main" id="{BF47061B-3F57-157F-7228-6D44F12B0176}"/>
              </a:ext>
            </a:extLst>
          </p:cNvPr>
          <p:cNvSpPr/>
          <p:nvPr/>
        </p:nvSpPr>
        <p:spPr>
          <a:xfrm>
            <a:off x="6761804" y="1521937"/>
            <a:ext cx="4759660" cy="4389120"/>
          </a:xfrm>
          <a:prstGeom prst="rect">
            <a:avLst/>
          </a:prstGeom>
          <a:solidFill>
            <a:srgbClr val="0042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pic>
        <p:nvPicPr>
          <p:cNvPr id="12" name="Picture 11">
            <a:extLst>
              <a:ext uri="{FF2B5EF4-FFF2-40B4-BE49-F238E27FC236}">
                <a16:creationId xmlns:a16="http://schemas.microsoft.com/office/drawing/2014/main" id="{16F0E8F6-2F76-9C15-B0B8-97E52C327E6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24247" y="1621707"/>
            <a:ext cx="4634774" cy="1908436"/>
          </a:xfrm>
          <a:prstGeom prst="rect">
            <a:avLst/>
          </a:prstGeom>
          <a:ln w="6350">
            <a:solidFill>
              <a:schemeClr val="bg1">
                <a:lumMod val="65000"/>
              </a:schemeClr>
            </a:solidFill>
          </a:ln>
          <a:effectLst>
            <a:outerShdw blurRad="50800" dist="38100" dir="2700000" algn="tl" rotWithShape="0">
              <a:prstClr val="black">
                <a:alpha val="40000"/>
              </a:prstClr>
            </a:outerShdw>
          </a:effectLst>
        </p:spPr>
      </p:pic>
      <p:pic>
        <p:nvPicPr>
          <p:cNvPr id="15" name="Picture 14">
            <a:extLst>
              <a:ext uri="{FF2B5EF4-FFF2-40B4-BE49-F238E27FC236}">
                <a16:creationId xmlns:a16="http://schemas.microsoft.com/office/drawing/2014/main" id="{FD4E458B-A418-2C79-2F62-BB8E0446EC6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709370" y="2661137"/>
            <a:ext cx="2631004" cy="3138633"/>
          </a:xfrm>
          <a:prstGeom prst="rect">
            <a:avLst/>
          </a:prstGeom>
          <a:ln w="6350">
            <a:solidFill>
              <a:schemeClr val="bg1">
                <a:lumMod val="65000"/>
              </a:schemeClr>
            </a:solidFill>
          </a:ln>
          <a:effectLst>
            <a:outerShdw blurRad="50800" dist="38100" dir="2700000" algn="tl" rotWithShape="0">
              <a:prstClr val="black">
                <a:alpha val="40000"/>
              </a:prstClr>
            </a:outerShdw>
          </a:effectLst>
        </p:spPr>
      </p:pic>
      <p:sp>
        <p:nvSpPr>
          <p:cNvPr id="16" name="TextBox 15">
            <a:extLst>
              <a:ext uri="{FF2B5EF4-FFF2-40B4-BE49-F238E27FC236}">
                <a16:creationId xmlns:a16="http://schemas.microsoft.com/office/drawing/2014/main" id="{8B0CC41C-54CB-17C8-DC2C-155EC7669149}"/>
              </a:ext>
            </a:extLst>
          </p:cNvPr>
          <p:cNvSpPr txBox="1"/>
          <p:nvPr/>
        </p:nvSpPr>
        <p:spPr>
          <a:xfrm>
            <a:off x="6983605" y="4644040"/>
            <a:ext cx="1566407" cy="861774"/>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Samples of the Lifetime Mutual Income Annuity client mailing</a:t>
            </a:r>
          </a:p>
        </p:txBody>
      </p:sp>
      <p:pic>
        <p:nvPicPr>
          <p:cNvPr id="17" name="Picture 16">
            <a:extLst>
              <a:ext uri="{FF2B5EF4-FFF2-40B4-BE49-F238E27FC236}">
                <a16:creationId xmlns:a16="http://schemas.microsoft.com/office/drawing/2014/main" id="{539EE03E-CC60-7CAC-771E-C556C0B5565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477670" y="3851808"/>
            <a:ext cx="578278" cy="577490"/>
          </a:xfrm>
          <a:prstGeom prst="rect">
            <a:avLst/>
          </a:prstGeom>
        </p:spPr>
      </p:pic>
    </p:spTree>
    <p:extLst>
      <p:ext uri="{BB962C8B-B14F-4D97-AF65-F5344CB8AC3E}">
        <p14:creationId xmlns:p14="http://schemas.microsoft.com/office/powerpoint/2010/main" val="1358298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B5B53-0B79-2505-8ACA-3523E4DC381B}"/>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59F7FADF-85AF-160C-7DFA-22DD8A7FD397}"/>
              </a:ext>
            </a:extLst>
          </p:cNvPr>
          <p:cNvSpPr>
            <a:spLocks/>
          </p:cNvSpPr>
          <p:nvPr/>
        </p:nvSpPr>
        <p:spPr>
          <a:xfrm>
            <a:off x="632355" y="1470650"/>
            <a:ext cx="10951962" cy="449169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rial"/>
              <a:ea typeface="+mn-ea"/>
              <a:cs typeface="+mn-cs"/>
            </a:endParaRPr>
          </a:p>
        </p:txBody>
      </p:sp>
      <p:sp>
        <p:nvSpPr>
          <p:cNvPr id="3" name="Rectangle 2">
            <a:extLst>
              <a:ext uri="{FF2B5EF4-FFF2-40B4-BE49-F238E27FC236}">
                <a16:creationId xmlns:a16="http://schemas.microsoft.com/office/drawing/2014/main" id="{390EE9B9-A8F6-E5AC-2EA0-823E0548855C}"/>
              </a:ext>
            </a:extLst>
          </p:cNvPr>
          <p:cNvSpPr/>
          <p:nvPr/>
        </p:nvSpPr>
        <p:spPr>
          <a:xfrm>
            <a:off x="688559" y="1521937"/>
            <a:ext cx="10839555" cy="4389120"/>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itle 1">
            <a:extLst>
              <a:ext uri="{FF2B5EF4-FFF2-40B4-BE49-F238E27FC236}">
                <a16:creationId xmlns:a16="http://schemas.microsoft.com/office/drawing/2014/main" id="{7EBB195A-14F3-E791-D7BB-88322C30BF46}"/>
              </a:ext>
            </a:extLst>
          </p:cNvPr>
          <p:cNvSpPr>
            <a:spLocks noGrp="1"/>
          </p:cNvSpPr>
          <p:nvPr>
            <p:ph type="title"/>
          </p:nvPr>
        </p:nvSpPr>
        <p:spPr>
          <a:xfrm>
            <a:off x="626269" y="493776"/>
            <a:ext cx="10939462" cy="401880"/>
          </a:xfrm>
        </p:spPr>
        <p:txBody>
          <a:bodyPr vert="horz" lIns="0" tIns="0" rIns="0" bIns="0" anchor="t" anchorCtr="0"/>
          <a:lstStyle/>
          <a:p>
            <a:r>
              <a:rPr lang="en-US" dirty="0"/>
              <a:t>Make the most of Disability Awareness Month (DIAM) 2026</a:t>
            </a:r>
          </a:p>
        </p:txBody>
      </p:sp>
      <p:sp>
        <p:nvSpPr>
          <p:cNvPr id="51" name="Slide Number Placeholder 50">
            <a:extLst>
              <a:ext uri="{FF2B5EF4-FFF2-40B4-BE49-F238E27FC236}">
                <a16:creationId xmlns:a16="http://schemas.microsoft.com/office/drawing/2014/main" id="{27EB90EB-1D4F-4CB5-1C9F-413B44B8207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7" name="Text Placeholder 2">
            <a:extLst>
              <a:ext uri="{FF2B5EF4-FFF2-40B4-BE49-F238E27FC236}">
                <a16:creationId xmlns:a16="http://schemas.microsoft.com/office/drawing/2014/main" id="{CE2C9AF7-F677-4169-C04A-EA4797D89D51}"/>
              </a:ext>
            </a:extLst>
          </p:cNvPr>
          <p:cNvSpPr txBox="1">
            <a:spLocks/>
          </p:cNvSpPr>
          <p:nvPr/>
        </p:nvSpPr>
        <p:spPr>
          <a:xfrm>
            <a:off x="627064" y="1098389"/>
            <a:ext cx="10951962" cy="307777"/>
          </a:xfrm>
          <a:prstGeom prst="rect">
            <a:avLst/>
          </a:prstGeom>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000" i="0" u="none" strike="noStrike" kern="1200" cap="none" spc="0" normalizeH="0" baseline="0" noProof="0" dirty="0">
                <a:ln>
                  <a:noFill/>
                </a:ln>
                <a:solidFill>
                  <a:schemeClr val="accent2"/>
                </a:solidFill>
                <a:effectLst/>
                <a:uLnTx/>
                <a:uFillTx/>
                <a:latin typeface="Arial"/>
                <a:ea typeface="+mn-ea"/>
                <a:cs typeface="Arial" panose="020B0604020202020204" pitchFamily="34" charset="0"/>
              </a:rPr>
              <a:t>A month of simple, high-impact actions to spark client conversations.</a:t>
            </a:r>
          </a:p>
        </p:txBody>
      </p:sp>
      <p:sp>
        <p:nvSpPr>
          <p:cNvPr id="6" name="TextBox 5">
            <a:extLst>
              <a:ext uri="{FF2B5EF4-FFF2-40B4-BE49-F238E27FC236}">
                <a16:creationId xmlns:a16="http://schemas.microsoft.com/office/drawing/2014/main" id="{D70F984C-B4E7-BB62-6AE5-CA745D75BBFC}"/>
              </a:ext>
            </a:extLst>
          </p:cNvPr>
          <p:cNvSpPr txBox="1"/>
          <p:nvPr/>
        </p:nvSpPr>
        <p:spPr>
          <a:xfrm>
            <a:off x="957133" y="2151523"/>
            <a:ext cx="5070615" cy="2369880"/>
          </a:xfrm>
          <a:prstGeom prst="rect">
            <a:avLst/>
          </a:prstGeom>
          <a:noFill/>
        </p:spPr>
        <p:txBody>
          <a:bodyPr wrap="square" lIns="0" tIns="0" rIns="0" bIns="0">
            <a:spAutoFit/>
          </a:bodyPr>
          <a:lstStyle/>
          <a:p>
            <a:pPr marL="285750" marR="0" lvl="0" indent="-2857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962"/>
                </a:solidFill>
                <a:effectLst/>
                <a:uLnTx/>
                <a:uFillTx/>
                <a:latin typeface="Arial"/>
                <a:ea typeface="+mn-ea"/>
                <a:cs typeface="+mn-cs"/>
              </a:rPr>
              <a:t>Launch social and email campaigns with prebuilt marketing support</a:t>
            </a:r>
          </a:p>
          <a:p>
            <a:pPr marL="285750" marR="0" lvl="0" indent="-2857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962"/>
                </a:solidFill>
                <a:effectLst/>
                <a:uLnTx/>
                <a:uFillTx/>
                <a:latin typeface="Arial"/>
                <a:ea typeface="+mn-ea"/>
                <a:cs typeface="+mn-cs"/>
              </a:rPr>
              <a:t>Join webinars to strengthen positioning, product knowledge, and case placement skills</a:t>
            </a:r>
          </a:p>
          <a:p>
            <a:pPr marL="285750" marR="0" lvl="0" indent="-2857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962"/>
                </a:solidFill>
                <a:effectLst/>
                <a:uLnTx/>
                <a:uFillTx/>
                <a:latin typeface="Arial"/>
                <a:ea typeface="+mn-ea"/>
                <a:cs typeface="+mn-cs"/>
              </a:rPr>
              <a:t>Follow up with clients and prospects at the right moments during the month</a:t>
            </a:r>
          </a:p>
          <a:p>
            <a:pPr marL="285750" marR="0" lvl="0" indent="-2857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962"/>
                </a:solidFill>
                <a:effectLst/>
                <a:uLnTx/>
                <a:uFillTx/>
                <a:latin typeface="Arial"/>
                <a:ea typeface="+mn-ea"/>
                <a:cs typeface="+mn-cs"/>
              </a:rPr>
              <a:t>Leverage tools and resources to identify, prioritize, and act on DI opportunities</a:t>
            </a:r>
          </a:p>
        </p:txBody>
      </p:sp>
      <p:sp>
        <p:nvSpPr>
          <p:cNvPr id="5" name="Rectangle 4">
            <a:extLst>
              <a:ext uri="{FF2B5EF4-FFF2-40B4-BE49-F238E27FC236}">
                <a16:creationId xmlns:a16="http://schemas.microsoft.com/office/drawing/2014/main" id="{F5AD692D-B722-F562-8562-A20FF80A4F90}"/>
              </a:ext>
            </a:extLst>
          </p:cNvPr>
          <p:cNvSpPr/>
          <p:nvPr/>
        </p:nvSpPr>
        <p:spPr bwMode="ltGray">
          <a:xfrm>
            <a:off x="851626" y="4662867"/>
            <a:ext cx="5070614"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8" name="TextBox 7">
            <a:extLst>
              <a:ext uri="{FF2B5EF4-FFF2-40B4-BE49-F238E27FC236}">
                <a16:creationId xmlns:a16="http://schemas.microsoft.com/office/drawing/2014/main" id="{ED8A3B1B-A4D7-58C5-50F7-3036D83AA2E7}"/>
              </a:ext>
            </a:extLst>
          </p:cNvPr>
          <p:cNvSpPr txBox="1"/>
          <p:nvPr/>
        </p:nvSpPr>
        <p:spPr>
          <a:xfrm>
            <a:off x="1211856" y="4966485"/>
            <a:ext cx="2968258"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42E8"/>
                </a:solidFill>
                <a:effectLst/>
                <a:uLnTx/>
                <a:uFillTx/>
                <a:latin typeface="Arial"/>
                <a:ea typeface="+mn-ea"/>
                <a:cs typeface="+mn-cs"/>
              </a:rPr>
              <a:t>Scan the QR code to view the full DIAM 2026 Activity Calendar</a:t>
            </a:r>
          </a:p>
        </p:txBody>
      </p:sp>
      <p:sp>
        <p:nvSpPr>
          <p:cNvPr id="9" name="Isosceles Triangle 8">
            <a:extLst>
              <a:ext uri="{FF2B5EF4-FFF2-40B4-BE49-F238E27FC236}">
                <a16:creationId xmlns:a16="http://schemas.microsoft.com/office/drawing/2014/main" id="{E48FACC4-7BAF-AB7E-9DFD-875993AAF06F}"/>
              </a:ext>
            </a:extLst>
          </p:cNvPr>
          <p:cNvSpPr/>
          <p:nvPr/>
        </p:nvSpPr>
        <p:spPr bwMode="ltGray">
          <a:xfrm rot="5400000">
            <a:off x="4299469" y="5094690"/>
            <a:ext cx="285220" cy="236032"/>
          </a:xfrm>
          <a:prstGeom prst="triangle">
            <a:avLst/>
          </a:prstGeom>
          <a:solidFill>
            <a:srgbClr val="0468FF"/>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pic>
        <p:nvPicPr>
          <p:cNvPr id="10" name="Picture 9">
            <a:extLst>
              <a:ext uri="{FF2B5EF4-FFF2-40B4-BE49-F238E27FC236}">
                <a16:creationId xmlns:a16="http://schemas.microsoft.com/office/drawing/2014/main" id="{9C77D75D-BC97-22E2-A27C-247CADF55C7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816691" y="4659932"/>
            <a:ext cx="1105549" cy="1105549"/>
          </a:xfrm>
          <a:prstGeom prst="rect">
            <a:avLst/>
          </a:prstGeom>
        </p:spPr>
      </p:pic>
      <p:sp>
        <p:nvSpPr>
          <p:cNvPr id="18" name="TextBox 17">
            <a:extLst>
              <a:ext uri="{FF2B5EF4-FFF2-40B4-BE49-F238E27FC236}">
                <a16:creationId xmlns:a16="http://schemas.microsoft.com/office/drawing/2014/main" id="{430FEF9F-B5CA-6978-5C90-916EB2F48EC2}"/>
              </a:ext>
            </a:extLst>
          </p:cNvPr>
          <p:cNvSpPr txBox="1"/>
          <p:nvPr/>
        </p:nvSpPr>
        <p:spPr>
          <a:xfrm>
            <a:off x="817068" y="1605646"/>
            <a:ext cx="10557864" cy="461665"/>
          </a:xfrm>
          <a:prstGeom prst="rect">
            <a:avLst/>
          </a:prstGeom>
          <a:solidFill>
            <a:srgbClr val="0042E8"/>
          </a:solidFill>
        </p:spPr>
        <p:txBody>
          <a:bodyPr wrap="square" lIns="274320" tIns="91440" bIns="91440" anchor="ctr" anchorCtr="0">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Make DIAM count with simple actions</a:t>
            </a:r>
          </a:p>
        </p:txBody>
      </p:sp>
      <p:pic>
        <p:nvPicPr>
          <p:cNvPr id="16" name="Picture 15">
            <a:hlinkClick r:id="rId4"/>
            <a:extLst>
              <a:ext uri="{FF2B5EF4-FFF2-40B4-BE49-F238E27FC236}">
                <a16:creationId xmlns:a16="http://schemas.microsoft.com/office/drawing/2014/main" id="{73BCE1ED-94BA-0C02-B85A-9ECFB3A57D2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96000" y="1752600"/>
            <a:ext cx="5180320" cy="4002975"/>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446783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8EFEA0F-E595-0390-DAEE-5FFB0FBE79CA}"/>
              </a:ext>
            </a:extLst>
          </p:cNvPr>
          <p:cNvSpPr>
            <a:spLocks/>
          </p:cNvSpPr>
          <p:nvPr/>
        </p:nvSpPr>
        <p:spPr>
          <a:xfrm>
            <a:off x="598796" y="1309243"/>
            <a:ext cx="10881268" cy="4239511"/>
          </a:xfrm>
          <a:prstGeom prst="rect">
            <a:avLst/>
          </a:prstGeom>
          <a:solidFill>
            <a:schemeClr val="bg1">
              <a:alpha val="34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tIns="45720" bIns="45720" rtlCol="0" anchor="t"/>
          <a:lstStyle/>
          <a:p>
            <a:pPr>
              <a:spcBef>
                <a:spcPts val="600"/>
              </a:spcBef>
            </a:pPr>
            <a:endParaRPr lang="en-US" sz="1600">
              <a:solidFill>
                <a:schemeClr val="tx1"/>
              </a:solidFill>
            </a:endParaRPr>
          </a:p>
        </p:txBody>
      </p:sp>
      <p:sp>
        <p:nvSpPr>
          <p:cNvPr id="2" name="Title 1">
            <a:extLst>
              <a:ext uri="{FF2B5EF4-FFF2-40B4-BE49-F238E27FC236}">
                <a16:creationId xmlns:a16="http://schemas.microsoft.com/office/drawing/2014/main" id="{BA2AC86A-BC68-E932-327B-2DB5FDC9CD3C}"/>
              </a:ext>
            </a:extLst>
          </p:cNvPr>
          <p:cNvSpPr>
            <a:spLocks noGrp="1"/>
          </p:cNvSpPr>
          <p:nvPr>
            <p:ph type="title"/>
          </p:nvPr>
        </p:nvSpPr>
        <p:spPr>
          <a:xfrm>
            <a:off x="457466" y="234138"/>
            <a:ext cx="11392252" cy="682752"/>
          </a:xfrm>
        </p:spPr>
        <p:txBody>
          <a:bodyPr vert="horz" lIns="91440" tIns="45720" rIns="91440" bIns="45720" rtlCol="0" anchor="t" anchorCtr="0">
            <a:noAutofit/>
          </a:bodyPr>
          <a:lstStyle/>
          <a:p>
            <a:br>
              <a:rPr lang="en-US"/>
            </a:br>
            <a:br>
              <a:rPr lang="en-US"/>
            </a:br>
            <a:r>
              <a:rPr lang="en-US"/>
              <a:t xml:space="preserve"> </a:t>
            </a:r>
          </a:p>
        </p:txBody>
      </p:sp>
      <p:sp>
        <p:nvSpPr>
          <p:cNvPr id="3" name="Text Placeholder 2">
            <a:extLst>
              <a:ext uri="{FF2B5EF4-FFF2-40B4-BE49-F238E27FC236}">
                <a16:creationId xmlns:a16="http://schemas.microsoft.com/office/drawing/2014/main" id="{024B73B6-F762-17C5-1F23-ADEC1D6A4ABF}"/>
              </a:ext>
            </a:extLst>
          </p:cNvPr>
          <p:cNvSpPr>
            <a:spLocks noGrp="1"/>
          </p:cNvSpPr>
          <p:nvPr>
            <p:ph type="body" sz="quarter" idx="13"/>
          </p:nvPr>
        </p:nvSpPr>
        <p:spPr>
          <a:xfrm>
            <a:off x="598795" y="296114"/>
            <a:ext cx="11520487" cy="558800"/>
          </a:xfrm>
        </p:spPr>
        <p:txBody>
          <a:bodyPr vert="horz" lIns="91440" tIns="45720" rIns="91440" bIns="45720" rtlCol="0" anchor="t">
            <a:noAutofit/>
          </a:bodyPr>
          <a:lstStyle/>
          <a:p>
            <a:r>
              <a:rPr lang="en-US" sz="3200" dirty="0">
                <a:solidFill>
                  <a:schemeClr val="accent1"/>
                </a:solidFill>
                <a:latin typeface="+mj-lt"/>
              </a:rPr>
              <a:t>May is Disability Insurance Awareness Month</a:t>
            </a:r>
          </a:p>
          <a:p>
            <a:endParaRPr lang="en-US" sz="1800" dirty="0">
              <a:solidFill>
                <a:schemeClr val="accent2"/>
              </a:solidFill>
              <a:latin typeface="+mn-lt"/>
            </a:endParaRPr>
          </a:p>
        </p:txBody>
      </p:sp>
      <p:sp>
        <p:nvSpPr>
          <p:cNvPr id="14" name="Rectangle 13">
            <a:extLst>
              <a:ext uri="{FF2B5EF4-FFF2-40B4-BE49-F238E27FC236}">
                <a16:creationId xmlns:a16="http://schemas.microsoft.com/office/drawing/2014/main" id="{1D1176BD-A21C-EEC5-4113-B3BB0A7F341F}"/>
              </a:ext>
            </a:extLst>
          </p:cNvPr>
          <p:cNvSpPr/>
          <p:nvPr/>
        </p:nvSpPr>
        <p:spPr bwMode="ltGray">
          <a:xfrm>
            <a:off x="727812" y="4736392"/>
            <a:ext cx="5311616" cy="812363"/>
          </a:xfrm>
          <a:prstGeom prst="rect">
            <a:avLst/>
          </a:prstGeom>
          <a:solidFill>
            <a:schemeClr val="accent3"/>
          </a:solidFill>
          <a:ln w="12700" cap="flat" cmpd="sng" algn="ctr">
            <a:noFill/>
            <a:prstDash val="solid"/>
            <a:round/>
            <a:headEnd type="none" w="sm" len="sm"/>
            <a:tailEnd type="none" w="sm" len="sm"/>
          </a:ln>
        </p:spPr>
        <p:txBody>
          <a:bodyPr rtlCol="0" anchor="ctr"/>
          <a:lstStyle/>
          <a:p>
            <a:pPr algn="ctr"/>
            <a:endParaRPr lang="en-US" b="1" dirty="0">
              <a:ea typeface="Tahoma"/>
              <a:cs typeface="Arial"/>
            </a:endParaRPr>
          </a:p>
          <a:p>
            <a:pPr algn="ctr"/>
            <a:r>
              <a:rPr lang="en-US" dirty="0">
                <a:solidFill>
                  <a:schemeClr val="accent2"/>
                </a:solidFill>
                <a:ea typeface="Tahoma"/>
                <a:cs typeface="Arial"/>
              </a:rPr>
              <a:t>Wednesdays at 4:00pm EST</a:t>
            </a:r>
          </a:p>
        </p:txBody>
      </p:sp>
      <p:sp>
        <p:nvSpPr>
          <p:cNvPr id="16" name="TextBox 15">
            <a:extLst>
              <a:ext uri="{FF2B5EF4-FFF2-40B4-BE49-F238E27FC236}">
                <a16:creationId xmlns:a16="http://schemas.microsoft.com/office/drawing/2014/main" id="{85AF248A-CC00-7972-AF65-F147BE1932E2}"/>
              </a:ext>
            </a:extLst>
          </p:cNvPr>
          <p:cNvSpPr txBox="1"/>
          <p:nvPr/>
        </p:nvSpPr>
        <p:spPr>
          <a:xfrm>
            <a:off x="1828837" y="4753718"/>
            <a:ext cx="1876537" cy="338554"/>
          </a:xfrm>
          <a:prstGeom prst="rect">
            <a:avLst/>
          </a:prstGeom>
          <a:noFill/>
        </p:spPr>
        <p:txBody>
          <a:bodyPr wrap="square">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accent2"/>
                </a:solidFill>
                <a:effectLst/>
                <a:uLnTx/>
                <a:uFillTx/>
                <a:ea typeface="Geneva" pitchFamily="-109" charset="-128"/>
                <a:cs typeface="+mn-cs"/>
              </a:rPr>
              <a:t>Scan to Register</a:t>
            </a:r>
          </a:p>
        </p:txBody>
      </p:sp>
      <p:sp>
        <p:nvSpPr>
          <p:cNvPr id="18" name="TextBox 17">
            <a:extLst>
              <a:ext uri="{FF2B5EF4-FFF2-40B4-BE49-F238E27FC236}">
                <a16:creationId xmlns:a16="http://schemas.microsoft.com/office/drawing/2014/main" id="{0395DD76-3C2D-BFFB-7A3A-3FB63010F497}"/>
              </a:ext>
            </a:extLst>
          </p:cNvPr>
          <p:cNvSpPr txBox="1"/>
          <p:nvPr/>
        </p:nvSpPr>
        <p:spPr>
          <a:xfrm>
            <a:off x="953621" y="4778756"/>
            <a:ext cx="4022984" cy="338554"/>
          </a:xfrm>
          <a:prstGeom prst="rect">
            <a:avLst/>
          </a:prstGeom>
          <a:noFill/>
        </p:spPr>
        <p:txBody>
          <a:bodyPr wrap="square">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Effra Pro" panose="020B0603020203020204" pitchFamily="34" charset="0"/>
                <a:ea typeface="Geneva" pitchFamily="-109" charset="-128"/>
                <a:cs typeface="+mn-cs"/>
              </a:rPr>
              <a:t xml:space="preserve"> </a:t>
            </a:r>
          </a:p>
        </p:txBody>
      </p:sp>
      <p:sp>
        <p:nvSpPr>
          <p:cNvPr id="19" name="Isosceles Triangle 18">
            <a:extLst>
              <a:ext uri="{FF2B5EF4-FFF2-40B4-BE49-F238E27FC236}">
                <a16:creationId xmlns:a16="http://schemas.microsoft.com/office/drawing/2014/main" id="{45D481DB-8DE7-76B7-EFA8-F6C5406A1E00}"/>
              </a:ext>
            </a:extLst>
          </p:cNvPr>
          <p:cNvSpPr/>
          <p:nvPr/>
        </p:nvSpPr>
        <p:spPr bwMode="ltGray">
          <a:xfrm rot="5400000">
            <a:off x="4908807" y="5015908"/>
            <a:ext cx="343665" cy="252879"/>
          </a:xfrm>
          <a:prstGeom prst="triangle">
            <a:avLst/>
          </a:prstGeom>
          <a:solidFill>
            <a:schemeClr val="accent2"/>
          </a:solidFill>
          <a:ln w="12700" cap="flat" cmpd="sng" algn="ctr">
            <a:noFill/>
            <a:prstDash val="solid"/>
            <a:round/>
            <a:headEnd type="none" w="sm" len="sm"/>
            <a:tailEnd type="none" w="sm" len="sm"/>
          </a:ln>
        </p:spPr>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lda Pro"/>
              <a:ea typeface="Geneva" pitchFamily="-109" charset="-128"/>
              <a:cs typeface="+mn-cs"/>
            </a:endParaRPr>
          </a:p>
        </p:txBody>
      </p:sp>
      <p:pic>
        <p:nvPicPr>
          <p:cNvPr id="23" name="Picture 22">
            <a:extLst>
              <a:ext uri="{FF2B5EF4-FFF2-40B4-BE49-F238E27FC236}">
                <a16:creationId xmlns:a16="http://schemas.microsoft.com/office/drawing/2014/main" id="{C769397E-5526-41F0-4002-E8C1F6DDF91D}"/>
              </a:ext>
            </a:extLst>
          </p:cNvPr>
          <p:cNvPicPr>
            <a:picLocks noChangeAspect="1"/>
          </p:cNvPicPr>
          <p:nvPr/>
        </p:nvPicPr>
        <p:blipFill>
          <a:blip r:embed="rId4"/>
          <a:stretch>
            <a:fillRect/>
          </a:stretch>
        </p:blipFill>
        <p:spPr>
          <a:xfrm>
            <a:off x="8137305" y="1366439"/>
            <a:ext cx="3326883" cy="4182315"/>
          </a:xfrm>
          <a:prstGeom prst="rect">
            <a:avLst/>
          </a:prstGeom>
        </p:spPr>
      </p:pic>
      <p:sp>
        <p:nvSpPr>
          <p:cNvPr id="11" name="Rectangle 10">
            <a:extLst>
              <a:ext uri="{FF2B5EF4-FFF2-40B4-BE49-F238E27FC236}">
                <a16:creationId xmlns:a16="http://schemas.microsoft.com/office/drawing/2014/main" id="{DB6A86F9-7A7D-5C0B-FC6C-F09BF2F22CA2}"/>
              </a:ext>
            </a:extLst>
          </p:cNvPr>
          <p:cNvSpPr>
            <a:spLocks/>
          </p:cNvSpPr>
          <p:nvPr/>
        </p:nvSpPr>
        <p:spPr>
          <a:xfrm>
            <a:off x="598795" y="1309245"/>
            <a:ext cx="10881269" cy="423951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4A86E37F-08EB-2B61-15F0-FE7208BC003F}"/>
              </a:ext>
            </a:extLst>
          </p:cNvPr>
          <p:cNvSpPr txBox="1"/>
          <p:nvPr/>
        </p:nvSpPr>
        <p:spPr>
          <a:xfrm>
            <a:off x="642416" y="1520879"/>
            <a:ext cx="7538510" cy="3185487"/>
          </a:xfrm>
          <a:prstGeom prst="rect">
            <a:avLst/>
          </a:prstGeom>
          <a:noFill/>
        </p:spPr>
        <p:txBody>
          <a:bodyPr wrap="square" lIns="0" tIns="0" rIns="0" bIns="0" rtlCol="0" anchor="ctr">
            <a:spAutoFit/>
          </a:bodyPr>
          <a:lstStyle/>
          <a:p>
            <a:r>
              <a:rPr lang="en-US" dirty="0"/>
              <a:t>Join us for our DIAM Webinar series, where our disability experts share actionable strategies to confidently position individual disability insurance for success.</a:t>
            </a:r>
            <a:endParaRPr lang="en-US" b="1" dirty="0"/>
          </a:p>
          <a:p>
            <a:endParaRPr lang="en-US" sz="1600" dirty="0"/>
          </a:p>
          <a:p>
            <a:r>
              <a:rPr lang="en-US" sz="1700" b="1" dirty="0">
                <a:latin typeface="Arial" panose="020B0604020202020204" pitchFamily="34" charset="0"/>
                <a:cs typeface="Arial" panose="020B0604020202020204" pitchFamily="34" charset="0"/>
              </a:rPr>
              <a:t xml:space="preserve">May 6: </a:t>
            </a:r>
            <a:r>
              <a:rPr lang="en-US" sz="1700" dirty="0">
                <a:latin typeface="Arial" panose="020B0604020202020204" pitchFamily="34" charset="0"/>
                <a:cs typeface="Arial" panose="020B0604020202020204" pitchFamily="34" charset="0"/>
              </a:rPr>
              <a:t>Unlocking Growth with Multi-Life IDI</a:t>
            </a:r>
          </a:p>
          <a:p>
            <a:endParaRPr lang="en-US" sz="1700" b="1" dirty="0">
              <a:latin typeface="Arial" panose="020B0604020202020204" pitchFamily="34" charset="0"/>
              <a:cs typeface="Arial" panose="020B0604020202020204" pitchFamily="34" charset="0"/>
            </a:endParaRPr>
          </a:p>
          <a:p>
            <a:r>
              <a:rPr lang="en-US" sz="1700" b="1" dirty="0">
                <a:latin typeface="Arial" panose="020B0604020202020204" pitchFamily="34" charset="0"/>
                <a:cs typeface="Arial" panose="020B0604020202020204" pitchFamily="34" charset="0"/>
              </a:rPr>
              <a:t xml:space="preserve">May 13: </a:t>
            </a:r>
            <a:r>
              <a:rPr lang="en-US" sz="1700" dirty="0">
                <a:latin typeface="Arial" panose="020B0604020202020204" pitchFamily="34" charset="0"/>
                <a:cs typeface="Arial" panose="020B0604020202020204" pitchFamily="34" charset="0"/>
              </a:rPr>
              <a:t>Beyond DIOP: Positioning the Right Coverage for Your Clients</a:t>
            </a:r>
          </a:p>
          <a:p>
            <a:endParaRPr lang="en-US" sz="1700" dirty="0">
              <a:latin typeface="Arial" panose="020B0604020202020204" pitchFamily="34" charset="0"/>
              <a:cs typeface="Arial" panose="020B0604020202020204" pitchFamily="34" charset="0"/>
            </a:endParaRPr>
          </a:p>
          <a:p>
            <a:r>
              <a:rPr lang="en-US" sz="1700" b="1" dirty="0">
                <a:latin typeface="Arial" panose="020B0604020202020204" pitchFamily="34" charset="0"/>
                <a:cs typeface="Arial" panose="020B0604020202020204" pitchFamily="34" charset="0"/>
              </a:rPr>
              <a:t>May 20</a:t>
            </a:r>
            <a:r>
              <a:rPr lang="en-US" sz="1600" dirty="0">
                <a:latin typeface="Arial" panose="020B0604020202020204" pitchFamily="34" charset="0"/>
                <a:cs typeface="Arial" panose="020B0604020202020204" pitchFamily="34" charset="0"/>
              </a:rPr>
              <a:t xml:space="preserve">: </a:t>
            </a:r>
            <a:r>
              <a:rPr lang="en-US" sz="1700" dirty="0">
                <a:latin typeface="Arial" panose="020B0604020202020204" pitchFamily="34" charset="0"/>
                <a:cs typeface="Arial" panose="020B0604020202020204" pitchFamily="34" charset="0"/>
              </a:rPr>
              <a:t>Closing Modified Offers: Turning UW Decisions into Placed Cases</a:t>
            </a:r>
          </a:p>
          <a:p>
            <a:endParaRPr lang="en-US" sz="1700" dirty="0">
              <a:latin typeface="Arial" panose="020B0604020202020204" pitchFamily="34" charset="0"/>
              <a:cs typeface="Arial" panose="020B0604020202020204" pitchFamily="34" charset="0"/>
            </a:endParaRPr>
          </a:p>
          <a:p>
            <a:r>
              <a:rPr lang="en-US" sz="1700" b="1" dirty="0">
                <a:latin typeface="Arial" panose="020B0604020202020204" pitchFamily="34" charset="0"/>
                <a:cs typeface="Arial" panose="020B0604020202020204" pitchFamily="34" charset="0"/>
              </a:rPr>
              <a:t xml:space="preserve">May 27: </a:t>
            </a:r>
            <a:r>
              <a:rPr lang="en-US" sz="1700" dirty="0">
                <a:latin typeface="Arial" panose="020B0604020202020204" pitchFamily="34" charset="0"/>
                <a:cs typeface="Arial" panose="020B0604020202020204" pitchFamily="34" charset="0"/>
              </a:rPr>
              <a:t>Using Data &amp; Tools to Find Better DI Opportunities</a:t>
            </a:r>
          </a:p>
          <a:p>
            <a:endParaRPr lang="en-US" dirty="0"/>
          </a:p>
        </p:txBody>
      </p:sp>
      <p:sp>
        <p:nvSpPr>
          <p:cNvPr id="6" name="TextBox 5">
            <a:extLst>
              <a:ext uri="{FF2B5EF4-FFF2-40B4-BE49-F238E27FC236}">
                <a16:creationId xmlns:a16="http://schemas.microsoft.com/office/drawing/2014/main" id="{6B61AD15-2B15-4FA2-C488-E50BBC62E373}"/>
              </a:ext>
            </a:extLst>
          </p:cNvPr>
          <p:cNvSpPr txBox="1"/>
          <p:nvPr/>
        </p:nvSpPr>
        <p:spPr>
          <a:xfrm>
            <a:off x="6427303" y="5287187"/>
            <a:ext cx="1325218" cy="374193"/>
          </a:xfrm>
          <a:prstGeom prst="rect">
            <a:avLst/>
          </a:prstGeom>
          <a:noFill/>
        </p:spPr>
        <p:txBody>
          <a:bodyPr wrap="square" lIns="0" tIns="0" rIns="0" bIns="0" rtlCol="0" anchor="ctr">
            <a:spAutoFit/>
          </a:bodyPr>
          <a:lstStyle/>
          <a:p>
            <a:pPr algn="l"/>
            <a:endParaRPr lang="en-US" sz="2000">
              <a:latin typeface="+mn-lt"/>
            </a:endParaRPr>
          </a:p>
        </p:txBody>
      </p:sp>
      <p:pic>
        <p:nvPicPr>
          <p:cNvPr id="12" name="Picture 11">
            <a:extLst>
              <a:ext uri="{FF2B5EF4-FFF2-40B4-BE49-F238E27FC236}">
                <a16:creationId xmlns:a16="http://schemas.microsoft.com/office/drawing/2014/main" id="{482EFE01-71B7-A971-900B-4DA4B80B10DB}"/>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94475" y="4792085"/>
            <a:ext cx="597012" cy="597012"/>
          </a:xfrm>
          <a:prstGeom prst="rect">
            <a:avLst/>
          </a:prstGeom>
          <a:noFill/>
          <a:ln>
            <a:noFill/>
          </a:ln>
        </p:spPr>
      </p:pic>
    </p:spTree>
    <p:custDataLst>
      <p:tags r:id="rId1"/>
    </p:custDataLst>
    <p:extLst>
      <p:ext uri="{BB962C8B-B14F-4D97-AF65-F5344CB8AC3E}">
        <p14:creationId xmlns:p14="http://schemas.microsoft.com/office/powerpoint/2010/main" val="3468201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71ABE-FEB2-7BB5-AD72-153B4DAB6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E76CA8-CEF5-FCBC-250F-6733A650200B}"/>
              </a:ext>
            </a:extLst>
          </p:cNvPr>
          <p:cNvSpPr>
            <a:spLocks noGrp="1"/>
          </p:cNvSpPr>
          <p:nvPr>
            <p:ph type="title"/>
          </p:nvPr>
        </p:nvSpPr>
        <p:spPr>
          <a:xfrm>
            <a:off x="626269" y="493776"/>
            <a:ext cx="10939462" cy="307777"/>
          </a:xfrm>
        </p:spPr>
        <p:txBody>
          <a:bodyPr/>
          <a:lstStyle/>
          <a:p>
            <a:r>
              <a:rPr lang="en-IN" dirty="0"/>
              <a:t>Golden Futures Scholarship Deadline May 31</a:t>
            </a:r>
            <a:endParaRPr lang="en-US" dirty="0"/>
          </a:p>
        </p:txBody>
      </p:sp>
      <p:sp>
        <p:nvSpPr>
          <p:cNvPr id="3" name="Text Placeholder 2">
            <a:extLst>
              <a:ext uri="{FF2B5EF4-FFF2-40B4-BE49-F238E27FC236}">
                <a16:creationId xmlns:a16="http://schemas.microsoft.com/office/drawing/2014/main" id="{FB9C8951-4704-FA91-F44B-B35175F2CA30}"/>
              </a:ext>
            </a:extLst>
          </p:cNvPr>
          <p:cNvSpPr txBox="1">
            <a:spLocks/>
          </p:cNvSpPr>
          <p:nvPr/>
        </p:nvSpPr>
        <p:spPr>
          <a:xfrm>
            <a:off x="626269" y="897987"/>
            <a:ext cx="11520487" cy="307777"/>
          </a:xfrm>
          <a:prstGeom prst="rect">
            <a:avLst/>
          </a:prstGeom>
        </p:spPr>
        <p:txBody>
          <a:bodyPr vert="horz"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sz="2000" dirty="0">
                <a:solidFill>
                  <a:schemeClr val="accent2"/>
                </a:solidFill>
                <a:latin typeface="+mn-lt"/>
              </a:rPr>
              <a:t>Promote to parents of high school juniors and seniors today</a:t>
            </a:r>
          </a:p>
        </p:txBody>
      </p:sp>
      <p:sp>
        <p:nvSpPr>
          <p:cNvPr id="5" name="Rectangle 4">
            <a:extLst>
              <a:ext uri="{FF2B5EF4-FFF2-40B4-BE49-F238E27FC236}">
                <a16:creationId xmlns:a16="http://schemas.microsoft.com/office/drawing/2014/main" id="{BEBDAA8C-7E69-CD95-E6C8-65814AF49EBC}"/>
              </a:ext>
            </a:extLst>
          </p:cNvPr>
          <p:cNvSpPr>
            <a:spLocks/>
          </p:cNvSpPr>
          <p:nvPr/>
        </p:nvSpPr>
        <p:spPr>
          <a:xfrm rot="10800000" flipV="1">
            <a:off x="702722" y="1553817"/>
            <a:ext cx="5340096" cy="3669988"/>
          </a:xfrm>
          <a:prstGeom prst="rect">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INSERT PICTURE</a:t>
            </a:r>
          </a:p>
        </p:txBody>
      </p:sp>
      <p:sp>
        <p:nvSpPr>
          <p:cNvPr id="15" name="Rectangle 14">
            <a:extLst>
              <a:ext uri="{FF2B5EF4-FFF2-40B4-BE49-F238E27FC236}">
                <a16:creationId xmlns:a16="http://schemas.microsoft.com/office/drawing/2014/main" id="{B0B791D2-B911-5568-1278-1679B53218AE}"/>
              </a:ext>
            </a:extLst>
          </p:cNvPr>
          <p:cNvSpPr>
            <a:spLocks/>
          </p:cNvSpPr>
          <p:nvPr/>
        </p:nvSpPr>
        <p:spPr>
          <a:xfrm>
            <a:off x="6127761" y="1553817"/>
            <a:ext cx="5335417" cy="2473875"/>
          </a:xfrm>
          <a:prstGeom prst="rect">
            <a:avLst/>
          </a:prstGeom>
          <a:solidFill>
            <a:schemeClr val="bg1">
              <a:alpha val="34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tIns="45720" bIns="45720" rtlCol="0" anchor="t"/>
          <a:lstStyle/>
          <a:p>
            <a:pPr>
              <a:spcBef>
                <a:spcPts val="600"/>
              </a:spcBef>
            </a:pPr>
            <a:r>
              <a:rPr lang="en-US" sz="1600" dirty="0">
                <a:solidFill>
                  <a:schemeClr val="tx1"/>
                </a:solidFill>
              </a:rPr>
              <a:t>$280,000 in scholarships available for high school juniors and seniors nationwide</a:t>
            </a:r>
          </a:p>
          <a:p>
            <a:pPr marL="285750" indent="-285750">
              <a:spcBef>
                <a:spcPts val="600"/>
              </a:spcBef>
              <a:buFont typeface="Arial" panose="020B0604020202020204" pitchFamily="34" charset="0"/>
              <a:buChar char="•"/>
            </a:pPr>
            <a:r>
              <a:rPr lang="en-US" sz="1600" dirty="0">
                <a:solidFill>
                  <a:schemeClr val="tx1"/>
                </a:solidFill>
              </a:rPr>
              <a:t>8 $20k scholarships</a:t>
            </a:r>
          </a:p>
          <a:p>
            <a:pPr marL="285750" indent="-285750">
              <a:spcBef>
                <a:spcPts val="600"/>
              </a:spcBef>
              <a:buFont typeface="Arial" panose="020B0604020202020204" pitchFamily="34" charset="0"/>
              <a:buChar char="•"/>
            </a:pPr>
            <a:r>
              <a:rPr lang="en-US" sz="1600" dirty="0">
                <a:solidFill>
                  <a:schemeClr val="tx1"/>
                </a:solidFill>
              </a:rPr>
              <a:t>12 $10k scholarships</a:t>
            </a:r>
          </a:p>
          <a:p>
            <a:pPr>
              <a:spcBef>
                <a:spcPts val="600"/>
              </a:spcBef>
            </a:pPr>
            <a:r>
              <a:rPr lang="en-US" sz="1400" b="1" dirty="0">
                <a:solidFill>
                  <a:schemeClr val="tx1"/>
                </a:solidFill>
              </a:rPr>
              <a:t>Promote via</a:t>
            </a:r>
            <a:r>
              <a:rPr lang="en-US" sz="1400" dirty="0">
                <a:solidFill>
                  <a:schemeClr val="tx1"/>
                </a:solidFill>
              </a:rPr>
              <a:t xml:space="preserve"> </a:t>
            </a:r>
          </a:p>
          <a:p>
            <a:pPr marL="342900" indent="-342900">
              <a:spcBef>
                <a:spcPts val="600"/>
              </a:spcBef>
              <a:buFont typeface="+mj-lt"/>
              <a:buAutoNum type="arabicPeriod"/>
            </a:pPr>
            <a:r>
              <a:rPr lang="en-US" sz="1400" u="sng" dirty="0">
                <a:solidFill>
                  <a:schemeClr val="tx1"/>
                </a:solidFill>
              </a:rPr>
              <a:t xml:space="preserve">Social Posts </a:t>
            </a:r>
            <a:r>
              <a:rPr lang="en-US" sz="1400" dirty="0">
                <a:solidFill>
                  <a:schemeClr val="tx1"/>
                </a:solidFill>
              </a:rPr>
              <a:t xml:space="preserve">and </a:t>
            </a:r>
            <a:r>
              <a:rPr lang="en-US" sz="1400" u="sng" dirty="0">
                <a:solidFill>
                  <a:schemeClr val="tx1"/>
                </a:solidFill>
              </a:rPr>
              <a:t>Emails</a:t>
            </a:r>
            <a:r>
              <a:rPr lang="en-US" sz="1400" dirty="0">
                <a:solidFill>
                  <a:schemeClr val="tx1"/>
                </a:solidFill>
              </a:rPr>
              <a:t xml:space="preserve"> via </a:t>
            </a:r>
            <a:r>
              <a:rPr lang="en-US" sz="1400" u="sng" dirty="0">
                <a:solidFill>
                  <a:schemeClr val="tx1"/>
                </a:solidFill>
              </a:rPr>
              <a:t>Marketing Central</a:t>
            </a:r>
          </a:p>
          <a:p>
            <a:pPr marL="342900" indent="-342900">
              <a:spcBef>
                <a:spcPts val="600"/>
              </a:spcBef>
              <a:buFont typeface="+mj-lt"/>
              <a:buAutoNum type="arabicPeriod"/>
            </a:pPr>
            <a:r>
              <a:rPr lang="en-US" sz="1400" u="sng" dirty="0">
                <a:solidFill>
                  <a:schemeClr val="tx1"/>
                </a:solidFill>
              </a:rPr>
              <a:t xml:space="preserve">Customizable flyers </a:t>
            </a:r>
            <a:r>
              <a:rPr lang="en-US" sz="1400" dirty="0">
                <a:solidFill>
                  <a:schemeClr val="tx1"/>
                </a:solidFill>
              </a:rPr>
              <a:t xml:space="preserve">on </a:t>
            </a:r>
            <a:r>
              <a:rPr lang="en-US" sz="1400" u="sng" dirty="0">
                <a:solidFill>
                  <a:schemeClr val="tx1"/>
                </a:solidFill>
              </a:rPr>
              <a:t>Info Central</a:t>
            </a:r>
          </a:p>
          <a:p>
            <a:pPr algn="ctr">
              <a:spcBef>
                <a:spcPts val="600"/>
              </a:spcBef>
            </a:pPr>
            <a:r>
              <a:rPr lang="en-US" sz="1200" b="1" i="1" dirty="0">
                <a:solidFill>
                  <a:schemeClr val="tx1"/>
                </a:solidFill>
              </a:rPr>
              <a:t>Get your GO’s unique application URL &amp; QR Code on Info Central</a:t>
            </a:r>
          </a:p>
        </p:txBody>
      </p:sp>
      <p:sp>
        <p:nvSpPr>
          <p:cNvPr id="29" name="Rectangle 28">
            <a:extLst>
              <a:ext uri="{FF2B5EF4-FFF2-40B4-BE49-F238E27FC236}">
                <a16:creationId xmlns:a16="http://schemas.microsoft.com/office/drawing/2014/main" id="{02CA9532-77E5-B859-1CE4-D8691BADC4D2}"/>
              </a:ext>
            </a:extLst>
          </p:cNvPr>
          <p:cNvSpPr/>
          <p:nvPr/>
        </p:nvSpPr>
        <p:spPr>
          <a:xfrm>
            <a:off x="626269" y="1484048"/>
            <a:ext cx="10934700" cy="385143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F94098D8-0A62-88D5-F559-CB476B290D23}"/>
              </a:ext>
            </a:extLst>
          </p:cNvPr>
          <p:cNvSpPr/>
          <p:nvPr/>
        </p:nvSpPr>
        <p:spPr bwMode="ltGray">
          <a:xfrm>
            <a:off x="6127757" y="4124126"/>
            <a:ext cx="5335421" cy="1099679"/>
          </a:xfrm>
          <a:prstGeom prst="rect">
            <a:avLst/>
          </a:prstGeom>
          <a:solidFill>
            <a:schemeClr val="accent3">
              <a:alpha val="7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Geneva" pitchFamily="-109" charset="-128"/>
              <a:cs typeface="+mn-cs"/>
            </a:endParaRPr>
          </a:p>
        </p:txBody>
      </p:sp>
      <p:sp>
        <p:nvSpPr>
          <p:cNvPr id="32" name="Isosceles Triangle 31">
            <a:extLst>
              <a:ext uri="{FF2B5EF4-FFF2-40B4-BE49-F238E27FC236}">
                <a16:creationId xmlns:a16="http://schemas.microsoft.com/office/drawing/2014/main" id="{08EF406C-50FF-48A2-AF21-2BB6D411A3C2}"/>
              </a:ext>
            </a:extLst>
          </p:cNvPr>
          <p:cNvSpPr/>
          <p:nvPr/>
        </p:nvSpPr>
        <p:spPr bwMode="ltGray">
          <a:xfrm rot="5400000">
            <a:off x="9819423" y="4555949"/>
            <a:ext cx="285220" cy="236032"/>
          </a:xfrm>
          <a:prstGeom prst="triangle">
            <a:avLst/>
          </a:prstGeom>
          <a:solidFill>
            <a:schemeClr val="accent2"/>
          </a:solidFill>
          <a:ln w="12700" cap="flat" cmpd="sng" algn="ctr">
            <a:noFill/>
            <a:prstDash val="solid"/>
            <a:round/>
            <a:headEnd type="none" w="sm" len="sm"/>
            <a:tailEnd type="none" w="sm" len="sm"/>
          </a:ln>
        </p:spPr>
        <p:txBody>
          <a:bodyPr rtlCol="0" anchor="ctr"/>
          <a:lstStyle/>
          <a:p>
            <a:pPr algn="ctr"/>
            <a:endParaRPr lang="en-US"/>
          </a:p>
        </p:txBody>
      </p:sp>
      <p:sp>
        <p:nvSpPr>
          <p:cNvPr id="34" name="TextBox 33">
            <a:extLst>
              <a:ext uri="{FF2B5EF4-FFF2-40B4-BE49-F238E27FC236}">
                <a16:creationId xmlns:a16="http://schemas.microsoft.com/office/drawing/2014/main" id="{314150D4-5576-D3A3-0DA4-B1B6D87CB8AA}"/>
              </a:ext>
            </a:extLst>
          </p:cNvPr>
          <p:cNvSpPr txBox="1"/>
          <p:nvPr/>
        </p:nvSpPr>
        <p:spPr>
          <a:xfrm>
            <a:off x="6255187" y="4458521"/>
            <a:ext cx="3446199" cy="430887"/>
          </a:xfrm>
          <a:prstGeom prst="rect">
            <a:avLst/>
          </a:prstGeom>
          <a:noFill/>
        </p:spPr>
        <p:txBody>
          <a:bodyPr wrap="square" lIns="0" tIns="0" rIns="0" bIns="0">
            <a:spAutoFit/>
          </a:bodyPr>
          <a:lstStyle/>
          <a:p>
            <a:pPr lvl="0"/>
            <a:r>
              <a:rPr lang="en-US" sz="1400" dirty="0">
                <a:solidFill>
                  <a:schemeClr val="accent2"/>
                </a:solidFill>
              </a:rPr>
              <a:t>Questions contact: MarketingSupportInbox@newyorklife.com</a:t>
            </a:r>
          </a:p>
        </p:txBody>
      </p:sp>
      <p:sp>
        <p:nvSpPr>
          <p:cNvPr id="35" name="Rectangle 34">
            <a:extLst>
              <a:ext uri="{FF2B5EF4-FFF2-40B4-BE49-F238E27FC236}">
                <a16:creationId xmlns:a16="http://schemas.microsoft.com/office/drawing/2014/main" id="{2C09F6E5-F466-DDB3-A100-44EFD469AFDB}"/>
              </a:ext>
            </a:extLst>
          </p:cNvPr>
          <p:cNvSpPr>
            <a:spLocks/>
          </p:cNvSpPr>
          <p:nvPr/>
        </p:nvSpPr>
        <p:spPr>
          <a:xfrm rot="10800000" flipV="1">
            <a:off x="10410419" y="4171045"/>
            <a:ext cx="1005840" cy="1005840"/>
          </a:xfrm>
          <a:prstGeom prst="rect">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Slide Number Placeholder 44">
            <a:extLst>
              <a:ext uri="{FF2B5EF4-FFF2-40B4-BE49-F238E27FC236}">
                <a16:creationId xmlns:a16="http://schemas.microsoft.com/office/drawing/2014/main" id="{5EE4A1A2-7382-F7F7-CCF9-37CB29A1C65F}"/>
              </a:ext>
            </a:extLst>
          </p:cNvPr>
          <p:cNvSpPr>
            <a:spLocks noGrp="1"/>
          </p:cNvSpPr>
          <p:nvPr>
            <p:ph type="sldNum" sz="quarter" idx="10"/>
          </p:nvPr>
        </p:nvSpPr>
        <p:spPr>
          <a:xfrm>
            <a:off x="11570376" y="5591175"/>
            <a:ext cx="430079" cy="365125"/>
          </a:xfrm>
        </p:spPr>
        <p:txBody>
          <a:bodyPr/>
          <a:lstStyle/>
          <a:p>
            <a:fld id="{A1371F83-EA4D-3B47-99B9-95D90583DC1D}" type="slidenum">
              <a:rPr lang="en-US" smtClean="0"/>
              <a:pPr/>
              <a:t>10</a:t>
            </a:fld>
            <a:endParaRPr lang="en-US"/>
          </a:p>
        </p:txBody>
      </p:sp>
      <p:sp>
        <p:nvSpPr>
          <p:cNvPr id="6" name="Isosceles Triangle 5">
            <a:extLst>
              <a:ext uri="{FF2B5EF4-FFF2-40B4-BE49-F238E27FC236}">
                <a16:creationId xmlns:a16="http://schemas.microsoft.com/office/drawing/2014/main" id="{53EA2BD1-BF26-6F3E-E431-42BA2FE63E19}"/>
              </a:ext>
            </a:extLst>
          </p:cNvPr>
          <p:cNvSpPr/>
          <p:nvPr/>
        </p:nvSpPr>
        <p:spPr bwMode="ltGray">
          <a:xfrm rot="5400000">
            <a:off x="9819423" y="4555949"/>
            <a:ext cx="285220" cy="236032"/>
          </a:xfrm>
          <a:prstGeom prst="triangle">
            <a:avLst/>
          </a:prstGeom>
          <a:solidFill>
            <a:schemeClr val="accent2"/>
          </a:solidFill>
          <a:ln w="12700" cap="flat" cmpd="sng" algn="ctr">
            <a:noFill/>
            <a:prstDash val="solid"/>
            <a:round/>
            <a:headEnd type="none" w="sm" len="sm"/>
            <a:tailEnd type="none" w="sm" len="sm"/>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pic>
        <p:nvPicPr>
          <p:cNvPr id="7" name="Picture 6">
            <a:extLst>
              <a:ext uri="{FF2B5EF4-FFF2-40B4-BE49-F238E27FC236}">
                <a16:creationId xmlns:a16="http://schemas.microsoft.com/office/drawing/2014/main" id="{A46A8D09-2578-665E-74AA-457231A0F9D7}"/>
              </a:ext>
            </a:extLst>
          </p:cNvPr>
          <p:cNvPicPr>
            <a:picLocks noChangeAspect="1"/>
          </p:cNvPicPr>
          <p:nvPr/>
        </p:nvPicPr>
        <p:blipFill>
          <a:blip r:embed="rId4"/>
          <a:stretch>
            <a:fillRect/>
          </a:stretch>
        </p:blipFill>
        <p:spPr>
          <a:xfrm>
            <a:off x="711360" y="1977519"/>
            <a:ext cx="5242141" cy="2590337"/>
          </a:xfrm>
          <a:prstGeom prst="rect">
            <a:avLst/>
          </a:prstGeom>
        </p:spPr>
      </p:pic>
      <p:pic>
        <p:nvPicPr>
          <p:cNvPr id="12" name="Picture 11">
            <a:extLst>
              <a:ext uri="{FF2B5EF4-FFF2-40B4-BE49-F238E27FC236}">
                <a16:creationId xmlns:a16="http://schemas.microsoft.com/office/drawing/2014/main" id="{8E27FED3-0CD8-F500-B70D-D8D640590DE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453933" y="4184092"/>
            <a:ext cx="992793" cy="992793"/>
          </a:xfrm>
          <a:prstGeom prst="rect">
            <a:avLst/>
          </a:prstGeom>
        </p:spPr>
      </p:pic>
    </p:spTree>
    <p:custDataLst>
      <p:tags r:id="rId1"/>
    </p:custDataLst>
    <p:extLst>
      <p:ext uri="{BB962C8B-B14F-4D97-AF65-F5344CB8AC3E}">
        <p14:creationId xmlns:p14="http://schemas.microsoft.com/office/powerpoint/2010/main" val="4118095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937FD-EE22-A510-9A0C-C846342703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9C8417-7399-2B88-8AD5-52FFB13656D3}"/>
              </a:ext>
            </a:extLst>
          </p:cNvPr>
          <p:cNvSpPr>
            <a:spLocks noGrp="1"/>
          </p:cNvSpPr>
          <p:nvPr>
            <p:ph type="title"/>
          </p:nvPr>
        </p:nvSpPr>
        <p:spPr>
          <a:xfrm>
            <a:off x="626269" y="493776"/>
            <a:ext cx="10939462" cy="804672"/>
          </a:xfrm>
        </p:spPr>
        <p:txBody>
          <a:bodyPr lIns="91440" tIns="45720" rIns="91440" bIns="45720" anchor="t"/>
          <a:lstStyle/>
          <a:p>
            <a:r>
              <a:rPr lang="en-IN"/>
              <a:t>Target Markets upcoming webinars</a:t>
            </a:r>
            <a:endParaRPr lang="en-US"/>
          </a:p>
        </p:txBody>
      </p:sp>
      <p:sp>
        <p:nvSpPr>
          <p:cNvPr id="33" name="Rectangle 32">
            <a:extLst>
              <a:ext uri="{FF2B5EF4-FFF2-40B4-BE49-F238E27FC236}">
                <a16:creationId xmlns:a16="http://schemas.microsoft.com/office/drawing/2014/main" id="{F1AB90DF-6FE4-1AA2-2700-FF4194B13DE2}"/>
              </a:ext>
            </a:extLst>
          </p:cNvPr>
          <p:cNvSpPr>
            <a:spLocks/>
          </p:cNvSpPr>
          <p:nvPr/>
        </p:nvSpPr>
        <p:spPr>
          <a:xfrm>
            <a:off x="635000" y="1469601"/>
            <a:ext cx="5421630" cy="449169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Rectangle 33">
            <a:extLst>
              <a:ext uri="{FF2B5EF4-FFF2-40B4-BE49-F238E27FC236}">
                <a16:creationId xmlns:a16="http://schemas.microsoft.com/office/drawing/2014/main" id="{2367FAD8-8835-45C0-2241-A11554D59438}"/>
              </a:ext>
            </a:extLst>
          </p:cNvPr>
          <p:cNvSpPr>
            <a:spLocks/>
          </p:cNvSpPr>
          <p:nvPr/>
        </p:nvSpPr>
        <p:spPr>
          <a:xfrm>
            <a:off x="6148070" y="1469601"/>
            <a:ext cx="5421630" cy="449169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 Placeholder 3">
            <a:extLst>
              <a:ext uri="{FF2B5EF4-FFF2-40B4-BE49-F238E27FC236}">
                <a16:creationId xmlns:a16="http://schemas.microsoft.com/office/drawing/2014/main" id="{3A68CC6D-4761-09CB-5386-698324EB6A22}"/>
              </a:ext>
            </a:extLst>
          </p:cNvPr>
          <p:cNvSpPr txBox="1">
            <a:spLocks/>
          </p:cNvSpPr>
          <p:nvPr/>
        </p:nvSpPr>
        <p:spPr>
          <a:xfrm>
            <a:off x="772160" y="1606761"/>
            <a:ext cx="4801326" cy="2803634"/>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indent="0">
              <a:buNone/>
            </a:pPr>
            <a:r>
              <a:rPr lang="es-ES" sz="1600" b="1">
                <a:latin typeface="+mn-lt"/>
                <a:ea typeface="Geneva"/>
                <a:cs typeface="Geneva" charset="0"/>
              </a:rPr>
              <a:t xml:space="preserve">Latino Market </a:t>
            </a:r>
            <a:br>
              <a:rPr lang="es-ES" sz="1600" b="1">
                <a:latin typeface="+mn-lt"/>
                <a:ea typeface="Geneva"/>
                <a:cs typeface="Geneva" charset="0"/>
              </a:rPr>
            </a:br>
            <a:r>
              <a:rPr lang="es-ES" sz="1600" b="1" err="1">
                <a:latin typeface="+mn-lt"/>
                <a:ea typeface="Geneva"/>
                <a:cs typeface="Geneva" charset="0"/>
              </a:rPr>
              <a:t>Cafectios</a:t>
            </a:r>
            <a:r>
              <a:rPr lang="es-ES" sz="1600" b="1">
                <a:latin typeface="+mn-lt"/>
                <a:ea typeface="Geneva"/>
                <a:cs typeface="Geneva" charset="0"/>
              </a:rPr>
              <a:t xml:space="preserve"> en Español</a:t>
            </a:r>
          </a:p>
          <a:p>
            <a:pPr marL="0" indent="0">
              <a:buNone/>
            </a:pPr>
            <a:endParaRPr lang="en-US" sz="800" b="1">
              <a:latin typeface="+mn-lt"/>
              <a:ea typeface="Geneva" charset="0"/>
              <a:cs typeface="Geneva" charset="0"/>
            </a:endParaRPr>
          </a:p>
          <a:p>
            <a:pPr marL="0" indent="0">
              <a:buNone/>
            </a:pPr>
            <a:r>
              <a:rPr lang="en-US" sz="1600"/>
              <a:t xml:space="preserve">Monday, April 27, </a:t>
            </a:r>
            <a:r>
              <a:rPr lang="en-US" sz="1600">
                <a:ea typeface="Geneva"/>
                <a:cs typeface="Geneva" charset="0"/>
              </a:rPr>
              <a:t xml:space="preserve">4-5 pm ET </a:t>
            </a:r>
            <a:r>
              <a:rPr lang="en-US" sz="1600" b="1">
                <a:solidFill>
                  <a:srgbClr val="000962"/>
                </a:solidFill>
                <a:latin typeface="+mn-lt"/>
                <a:ea typeface="Geneva"/>
                <a:cs typeface="Geneva" charset="0"/>
              </a:rPr>
              <a:t xml:space="preserve">  </a:t>
            </a:r>
          </a:p>
          <a:p>
            <a:pPr marL="0" indent="0">
              <a:buNone/>
            </a:pPr>
            <a:endParaRPr lang="en-US" sz="1600">
              <a:solidFill>
                <a:srgbClr val="000962"/>
              </a:solidFill>
              <a:latin typeface="+mn-lt"/>
              <a:ea typeface="Geneva"/>
              <a:cs typeface="Geneva" charset="0"/>
            </a:endParaRPr>
          </a:p>
          <a:p>
            <a:pPr marL="0" indent="0">
              <a:buNone/>
            </a:pPr>
            <a:r>
              <a:rPr lang="en-US" sz="1600"/>
              <a:t>Virtual meeting for Spanish speaking agents to learn sales ideas and get inspire to grow their business.</a:t>
            </a:r>
            <a:endParaRPr lang="en-US" sz="1600" b="1">
              <a:solidFill>
                <a:srgbClr val="000962"/>
              </a:solidFill>
              <a:ea typeface="Geneva"/>
              <a:cs typeface="Geneva" charset="0"/>
            </a:endParaRPr>
          </a:p>
        </p:txBody>
      </p:sp>
      <p:sp>
        <p:nvSpPr>
          <p:cNvPr id="43" name="Text Placeholder 3">
            <a:extLst>
              <a:ext uri="{FF2B5EF4-FFF2-40B4-BE49-F238E27FC236}">
                <a16:creationId xmlns:a16="http://schemas.microsoft.com/office/drawing/2014/main" id="{900D6A15-8D72-5B5E-DBE0-7722A58F036D}"/>
              </a:ext>
            </a:extLst>
          </p:cNvPr>
          <p:cNvSpPr txBox="1">
            <a:spLocks/>
          </p:cNvSpPr>
          <p:nvPr/>
        </p:nvSpPr>
        <p:spPr>
          <a:xfrm>
            <a:off x="6285231" y="1606761"/>
            <a:ext cx="4494529" cy="2803634"/>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indent="0">
              <a:buNone/>
            </a:pPr>
            <a:r>
              <a:rPr lang="pt-BR" sz="1600" b="1">
                <a:latin typeface="+mn-lt"/>
                <a:ea typeface="Geneva"/>
                <a:cs typeface="Arial"/>
              </a:rPr>
              <a:t xml:space="preserve">Latino Market </a:t>
            </a:r>
            <a:br>
              <a:rPr lang="pt-BR" sz="1600" b="1">
                <a:latin typeface="+mn-lt"/>
                <a:ea typeface="Geneva"/>
                <a:cs typeface="Arial"/>
              </a:rPr>
            </a:br>
            <a:r>
              <a:rPr lang="pt-BR" sz="1600" b="1">
                <a:latin typeface="+mn-lt"/>
                <a:ea typeface="Geneva"/>
                <a:cs typeface="Arial"/>
              </a:rPr>
              <a:t>Cafezinhos em Portuguese</a:t>
            </a:r>
            <a:br>
              <a:rPr lang="en-US" sz="1600" b="1">
                <a:latin typeface="+mn-lt"/>
                <a:ea typeface="Geneva"/>
                <a:cs typeface="Arial"/>
              </a:rPr>
            </a:br>
            <a:endParaRPr lang="en-US" sz="800" b="1">
              <a:latin typeface="+mn-lt"/>
              <a:ea typeface="Geneva"/>
              <a:cs typeface="Arial"/>
            </a:endParaRPr>
          </a:p>
          <a:p>
            <a:pPr marL="0" indent="0">
              <a:buNone/>
            </a:pPr>
            <a:r>
              <a:rPr lang="en-US" sz="1600"/>
              <a:t xml:space="preserve">Monday, April 27, </a:t>
            </a:r>
            <a:r>
              <a:rPr lang="en-US" sz="1600">
                <a:ea typeface="Geneva"/>
                <a:cs typeface="Geneva" charset="0"/>
              </a:rPr>
              <a:t xml:space="preserve">4-5 pm ET </a:t>
            </a:r>
            <a:r>
              <a:rPr lang="en-US" sz="1600" b="1">
                <a:solidFill>
                  <a:srgbClr val="000962"/>
                </a:solidFill>
                <a:ea typeface="Geneva"/>
                <a:cs typeface="Geneva" charset="0"/>
              </a:rPr>
              <a:t xml:space="preserve">  </a:t>
            </a:r>
          </a:p>
          <a:p>
            <a:pPr marL="0" indent="0">
              <a:buNone/>
            </a:pPr>
            <a:endParaRPr lang="en-US" sz="1600" b="1">
              <a:solidFill>
                <a:srgbClr val="000962"/>
              </a:solidFill>
              <a:ea typeface="Geneva"/>
              <a:cs typeface="Geneva" charset="0"/>
            </a:endParaRPr>
          </a:p>
          <a:p>
            <a:pPr marL="0" indent="0">
              <a:buNone/>
            </a:pPr>
            <a:r>
              <a:rPr lang="en-US" sz="1600">
                <a:solidFill>
                  <a:srgbClr val="000962"/>
                </a:solidFill>
                <a:ea typeface="Geneva"/>
                <a:cs typeface="Geneva" charset="0"/>
              </a:rPr>
              <a:t>Virtual meeting for Portuguese speaking agents to learn sales ideas and get inspire to grow their business.</a:t>
            </a:r>
            <a:endParaRPr lang="en-US" sz="1600" b="1">
              <a:solidFill>
                <a:srgbClr val="000962"/>
              </a:solidFill>
              <a:ea typeface="Geneva"/>
              <a:cs typeface="Geneva" charset="0"/>
            </a:endParaRPr>
          </a:p>
          <a:p>
            <a:pPr marL="0" indent="0">
              <a:buNone/>
            </a:pPr>
            <a:r>
              <a:rPr lang="en-US" sz="1600">
                <a:latin typeface="+mn-lt"/>
                <a:ea typeface="Geneva"/>
                <a:cs typeface="Arial"/>
              </a:rPr>
              <a:t>.</a:t>
            </a:r>
          </a:p>
        </p:txBody>
      </p:sp>
      <p:sp>
        <p:nvSpPr>
          <p:cNvPr id="51" name="Slide Number Placeholder 50">
            <a:extLst>
              <a:ext uri="{FF2B5EF4-FFF2-40B4-BE49-F238E27FC236}">
                <a16:creationId xmlns:a16="http://schemas.microsoft.com/office/drawing/2014/main" id="{089ABEB2-7917-15C9-4DD3-3E73822794F8}"/>
              </a:ext>
            </a:extLst>
          </p:cNvPr>
          <p:cNvSpPr>
            <a:spLocks noGrp="1"/>
          </p:cNvSpPr>
          <p:nvPr>
            <p:ph type="sldNum" sz="quarter" idx="10"/>
          </p:nvPr>
        </p:nvSpPr>
        <p:spPr/>
        <p:txBody>
          <a:bodyPr/>
          <a:lstStyle/>
          <a:p>
            <a:fld id="{A1371F83-EA4D-3B47-99B9-95D90583DC1D}" type="slidenum">
              <a:rPr lang="en-US" smtClean="0"/>
              <a:pPr/>
              <a:t>11</a:t>
            </a:fld>
            <a:endParaRPr lang="en-US"/>
          </a:p>
        </p:txBody>
      </p:sp>
      <p:sp>
        <p:nvSpPr>
          <p:cNvPr id="4" name="Rectangle 3">
            <a:extLst>
              <a:ext uri="{FF2B5EF4-FFF2-40B4-BE49-F238E27FC236}">
                <a16:creationId xmlns:a16="http://schemas.microsoft.com/office/drawing/2014/main" id="{75EF557F-53BD-2E9B-EC41-FA1DE6E4A3F3}"/>
              </a:ext>
            </a:extLst>
          </p:cNvPr>
          <p:cNvSpPr/>
          <p:nvPr/>
        </p:nvSpPr>
        <p:spPr bwMode="ltGray">
          <a:xfrm>
            <a:off x="704851" y="4772801"/>
            <a:ext cx="5284016" cy="1099679"/>
          </a:xfrm>
          <a:prstGeom prst="rect">
            <a:avLst/>
          </a:prstGeom>
          <a:solidFill>
            <a:schemeClr val="accent3">
              <a:alpha val="7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Geneva" pitchFamily="-109" charset="-128"/>
              <a:cs typeface="+mn-cs"/>
            </a:endParaRPr>
          </a:p>
        </p:txBody>
      </p:sp>
      <p:sp>
        <p:nvSpPr>
          <p:cNvPr id="11" name="TextBox 10">
            <a:extLst>
              <a:ext uri="{FF2B5EF4-FFF2-40B4-BE49-F238E27FC236}">
                <a16:creationId xmlns:a16="http://schemas.microsoft.com/office/drawing/2014/main" id="{D5B673B1-25EA-061F-8DE3-078F45A07F9B}"/>
              </a:ext>
            </a:extLst>
          </p:cNvPr>
          <p:cNvSpPr txBox="1"/>
          <p:nvPr/>
        </p:nvSpPr>
        <p:spPr>
          <a:xfrm>
            <a:off x="1106031" y="5146338"/>
            <a:ext cx="1696701"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468FF"/>
                </a:solidFill>
                <a:effectLst/>
                <a:uLnTx/>
                <a:uFillTx/>
                <a:latin typeface="Arial"/>
                <a:ea typeface="+mn-ea"/>
                <a:cs typeface="+mn-cs"/>
              </a:rPr>
              <a:t>Scan the QR code to register today!</a:t>
            </a:r>
          </a:p>
        </p:txBody>
      </p:sp>
      <p:sp>
        <p:nvSpPr>
          <p:cNvPr id="13" name="Isosceles Triangle 12">
            <a:extLst>
              <a:ext uri="{FF2B5EF4-FFF2-40B4-BE49-F238E27FC236}">
                <a16:creationId xmlns:a16="http://schemas.microsoft.com/office/drawing/2014/main" id="{DC606D04-F1B1-14A0-747D-4394C607E142}"/>
              </a:ext>
            </a:extLst>
          </p:cNvPr>
          <p:cNvSpPr/>
          <p:nvPr/>
        </p:nvSpPr>
        <p:spPr bwMode="ltGray">
          <a:xfrm rot="5400000">
            <a:off x="4258484" y="5236282"/>
            <a:ext cx="285220" cy="236032"/>
          </a:xfrm>
          <a:prstGeom prst="triangle">
            <a:avLst/>
          </a:prstGeom>
          <a:solidFill>
            <a:schemeClr val="accent2"/>
          </a:solidFill>
          <a:ln w="12700" cap="flat" cmpd="sng" algn="ctr">
            <a:noFill/>
            <a:prstDash val="solid"/>
            <a:round/>
            <a:headEnd type="none" w="sm" len="sm"/>
            <a:tailEnd type="none" w="sm" len="sm"/>
          </a:ln>
        </p:spPr>
        <p:txBody>
          <a:bodyPr rtlCol="0" anchor="ctr"/>
          <a:lstStyle/>
          <a:p>
            <a:pPr algn="ctr"/>
            <a:endParaRPr lang="en-US"/>
          </a:p>
        </p:txBody>
      </p:sp>
      <p:sp>
        <p:nvSpPr>
          <p:cNvPr id="22" name="Rectangle 21">
            <a:extLst>
              <a:ext uri="{FF2B5EF4-FFF2-40B4-BE49-F238E27FC236}">
                <a16:creationId xmlns:a16="http://schemas.microsoft.com/office/drawing/2014/main" id="{0C60585A-10E4-5DF0-0852-D125CAC10DBC}"/>
              </a:ext>
            </a:extLst>
          </p:cNvPr>
          <p:cNvSpPr/>
          <p:nvPr/>
        </p:nvSpPr>
        <p:spPr bwMode="ltGray">
          <a:xfrm>
            <a:off x="6197292" y="4766713"/>
            <a:ext cx="5268776" cy="1099679"/>
          </a:xfrm>
          <a:prstGeom prst="rect">
            <a:avLst/>
          </a:prstGeom>
          <a:solidFill>
            <a:schemeClr val="accent3">
              <a:alpha val="7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Geneva" pitchFamily="-109" charset="-128"/>
              <a:cs typeface="+mn-cs"/>
            </a:endParaRPr>
          </a:p>
        </p:txBody>
      </p:sp>
      <p:sp>
        <p:nvSpPr>
          <p:cNvPr id="24" name="TextBox 23">
            <a:extLst>
              <a:ext uri="{FF2B5EF4-FFF2-40B4-BE49-F238E27FC236}">
                <a16:creationId xmlns:a16="http://schemas.microsoft.com/office/drawing/2014/main" id="{2BE70C87-6A44-6235-357E-5BE211061D0E}"/>
              </a:ext>
            </a:extLst>
          </p:cNvPr>
          <p:cNvSpPr txBox="1"/>
          <p:nvPr/>
        </p:nvSpPr>
        <p:spPr>
          <a:xfrm>
            <a:off x="6570494" y="5172734"/>
            <a:ext cx="1788141"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468FF"/>
                </a:solidFill>
                <a:effectLst/>
                <a:uLnTx/>
                <a:uFillTx/>
                <a:latin typeface="Arial"/>
                <a:ea typeface="+mn-ea"/>
                <a:cs typeface="+mn-cs"/>
              </a:rPr>
              <a:t>Scan the QR code to register today!</a:t>
            </a:r>
          </a:p>
        </p:txBody>
      </p:sp>
      <p:sp>
        <p:nvSpPr>
          <p:cNvPr id="26" name="Isosceles Triangle 25">
            <a:extLst>
              <a:ext uri="{FF2B5EF4-FFF2-40B4-BE49-F238E27FC236}">
                <a16:creationId xmlns:a16="http://schemas.microsoft.com/office/drawing/2014/main" id="{62083120-72C5-1AEE-595B-B48CF9DB568D}"/>
              </a:ext>
            </a:extLst>
          </p:cNvPr>
          <p:cNvSpPr/>
          <p:nvPr/>
        </p:nvSpPr>
        <p:spPr bwMode="ltGray">
          <a:xfrm rot="5400000">
            <a:off x="9710319" y="5272258"/>
            <a:ext cx="285220" cy="236032"/>
          </a:xfrm>
          <a:prstGeom prst="triangle">
            <a:avLst/>
          </a:prstGeom>
          <a:solidFill>
            <a:schemeClr val="accent2"/>
          </a:solidFill>
          <a:ln w="12700" cap="flat" cmpd="sng" algn="ctr">
            <a:noFill/>
            <a:prstDash val="solid"/>
            <a:round/>
            <a:headEnd type="none" w="sm" len="sm"/>
            <a:tailEnd type="none" w="sm" len="sm"/>
          </a:ln>
        </p:spPr>
        <p:txBody>
          <a:bodyPr rtlCol="0" anchor="ctr"/>
          <a:lstStyle/>
          <a:p>
            <a:pPr algn="ctr"/>
            <a:endParaRPr lang="en-US"/>
          </a:p>
        </p:txBody>
      </p:sp>
      <p:pic>
        <p:nvPicPr>
          <p:cNvPr id="1028" name="Picture 4">
            <a:extLst>
              <a:ext uri="{FF2B5EF4-FFF2-40B4-BE49-F238E27FC236}">
                <a16:creationId xmlns:a16="http://schemas.microsoft.com/office/drawing/2014/main" id="{B5234C3B-F466-8DFF-D5E4-C04FC729D2F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4950368" y="4868998"/>
            <a:ext cx="942975" cy="94297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a:extLst>
              <a:ext uri="{FF2B5EF4-FFF2-40B4-BE49-F238E27FC236}">
                <a16:creationId xmlns:a16="http://schemas.microsoft.com/office/drawing/2014/main" id="{145E4A34-A79B-7E16-F985-0A30BBB8DA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p:blipFill>
        <p:spPr bwMode="auto">
          <a:xfrm>
            <a:off x="10433432" y="4845064"/>
            <a:ext cx="942975" cy="942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5667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10FDA-C53D-F5D8-3C5D-745B76DCF9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AF0F30-F26C-7D35-411D-5781BC249538}"/>
              </a:ext>
            </a:extLst>
          </p:cNvPr>
          <p:cNvSpPr>
            <a:spLocks noGrp="1"/>
          </p:cNvSpPr>
          <p:nvPr>
            <p:ph type="title"/>
          </p:nvPr>
        </p:nvSpPr>
        <p:spPr>
          <a:xfrm>
            <a:off x="251659" y="238167"/>
            <a:ext cx="11932542" cy="510212"/>
          </a:xfrm>
        </p:spPr>
        <p:txBody>
          <a:bodyPr vert="horz" lIns="0" tIns="0" rIns="0" bIns="0" anchor="t" anchorCtr="0"/>
          <a:lstStyle/>
          <a:p>
            <a:r>
              <a:rPr lang="en-US" sz="2800" dirty="0"/>
              <a:t>The American College Exams: Retake and re-enrollment options</a:t>
            </a:r>
          </a:p>
        </p:txBody>
      </p:sp>
      <p:sp>
        <p:nvSpPr>
          <p:cNvPr id="7" name="Text Placeholder 2">
            <a:extLst>
              <a:ext uri="{FF2B5EF4-FFF2-40B4-BE49-F238E27FC236}">
                <a16:creationId xmlns:a16="http://schemas.microsoft.com/office/drawing/2014/main" id="{34E07BCB-699E-A75B-0D09-FCE4C30FA132}"/>
              </a:ext>
            </a:extLst>
          </p:cNvPr>
          <p:cNvSpPr txBox="1">
            <a:spLocks/>
          </p:cNvSpPr>
          <p:nvPr/>
        </p:nvSpPr>
        <p:spPr>
          <a:xfrm>
            <a:off x="259458" y="607498"/>
            <a:ext cx="11328605" cy="307777"/>
          </a:xfrm>
          <a:prstGeom prst="rect">
            <a:avLst/>
          </a:prstGeom>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2000" dirty="0">
                <a:solidFill>
                  <a:schemeClr val="accent2"/>
                </a:solidFill>
                <a:latin typeface="Arial"/>
              </a:rPr>
              <a:t>A f</a:t>
            </a:r>
            <a:r>
              <a:rPr kumimoji="0" lang="en-US" sz="2000" i="0" u="none" strike="noStrike" kern="1200" cap="none" spc="0" normalizeH="0" baseline="0" noProof="0" dirty="0">
                <a:ln>
                  <a:noFill/>
                </a:ln>
                <a:solidFill>
                  <a:schemeClr val="accent2"/>
                </a:solidFill>
                <a:effectLst/>
                <a:uLnTx/>
                <a:uFillTx/>
                <a:latin typeface="Arial"/>
                <a:ea typeface="+mn-ea"/>
                <a:cs typeface="Arial" panose="020B0604020202020204" pitchFamily="34" charset="0"/>
              </a:rPr>
              <a:t>ailed exam is never the end</a:t>
            </a:r>
            <a:r>
              <a:rPr lang="en-US" sz="2000" dirty="0">
                <a:solidFill>
                  <a:schemeClr val="accent2"/>
                </a:solidFill>
                <a:latin typeface="Arial"/>
              </a:rPr>
              <a:t xml:space="preserve">: </a:t>
            </a:r>
            <a:r>
              <a:rPr kumimoji="0" lang="en-US" sz="2000" i="0" u="none" strike="noStrike" kern="1200" cap="none" spc="0" normalizeH="0" baseline="0" noProof="0" dirty="0">
                <a:ln>
                  <a:noFill/>
                </a:ln>
                <a:solidFill>
                  <a:schemeClr val="accent2"/>
                </a:solidFill>
                <a:effectLst/>
                <a:uLnTx/>
                <a:uFillTx/>
                <a:latin typeface="Arial"/>
                <a:ea typeface="+mn-ea"/>
                <a:cs typeface="Arial" panose="020B0604020202020204" pitchFamily="34" charset="0"/>
              </a:rPr>
              <a:t xml:space="preserve">support is here, and your path to success remains open. </a:t>
            </a:r>
          </a:p>
        </p:txBody>
      </p:sp>
      <p:grpSp>
        <p:nvGrpSpPr>
          <p:cNvPr id="31" name="Group 30">
            <a:extLst>
              <a:ext uri="{FF2B5EF4-FFF2-40B4-BE49-F238E27FC236}">
                <a16:creationId xmlns:a16="http://schemas.microsoft.com/office/drawing/2014/main" id="{98049759-C1C2-2242-465C-3316E10CB70B}"/>
              </a:ext>
            </a:extLst>
          </p:cNvPr>
          <p:cNvGrpSpPr/>
          <p:nvPr/>
        </p:nvGrpSpPr>
        <p:grpSpPr>
          <a:xfrm>
            <a:off x="74578" y="1082485"/>
            <a:ext cx="11865763" cy="4824586"/>
            <a:chOff x="-466244" y="1213202"/>
            <a:chExt cx="11865763" cy="4455182"/>
          </a:xfrm>
        </p:grpSpPr>
        <p:sp>
          <p:nvSpPr>
            <p:cNvPr id="42" name="Rectangle 41">
              <a:extLst>
                <a:ext uri="{FF2B5EF4-FFF2-40B4-BE49-F238E27FC236}">
                  <a16:creationId xmlns:a16="http://schemas.microsoft.com/office/drawing/2014/main" id="{DBF0DC87-6671-1896-2A6E-A5313A2E6AE8}"/>
                </a:ext>
              </a:extLst>
            </p:cNvPr>
            <p:cNvSpPr/>
            <p:nvPr/>
          </p:nvSpPr>
          <p:spPr>
            <a:xfrm>
              <a:off x="-466244" y="1213202"/>
              <a:ext cx="11865763" cy="4455182"/>
            </a:xfrm>
            <a:prstGeom prst="rect">
              <a:avLst/>
            </a:prstGeom>
            <a:solidFill>
              <a:srgbClr val="F8F9FB">
                <a:alpha val="33725"/>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1" name="TextBox 40">
              <a:extLst>
                <a:ext uri="{FF2B5EF4-FFF2-40B4-BE49-F238E27FC236}">
                  <a16:creationId xmlns:a16="http://schemas.microsoft.com/office/drawing/2014/main" id="{D98801AB-46D3-699A-BB99-C473BA35A8C8}"/>
                </a:ext>
              </a:extLst>
            </p:cNvPr>
            <p:cNvSpPr txBox="1"/>
            <p:nvPr/>
          </p:nvSpPr>
          <p:spPr>
            <a:xfrm>
              <a:off x="6259103" y="1234692"/>
              <a:ext cx="4853890" cy="4433692"/>
            </a:xfrm>
            <a:prstGeom prst="rect">
              <a:avLst/>
            </a:prstGeom>
            <a:noFill/>
            <a:ln>
              <a:noFill/>
            </a:ln>
          </p:spPr>
          <p:txBody>
            <a:bodyPr wrap="square">
              <a:spAutoFit/>
            </a:bodyPr>
            <a:lstStyle/>
            <a:p>
              <a:pPr>
                <a:defRPr/>
              </a:pPr>
              <a:r>
                <a:rPr lang="en-US" sz="1400" b="1" dirty="0"/>
                <a:t xml:space="preserve">    What to know</a:t>
              </a:r>
              <a:br>
                <a:rPr lang="en-US" sz="1200" dirty="0"/>
              </a:br>
              <a:r>
                <a:rPr lang="en-US" sz="1200" dirty="0"/>
                <a:t xml:space="preserve">Retakes and re‑enrollments are available across all TAC programs. </a:t>
              </a:r>
            </a:p>
            <a:p>
              <a:pPr marL="171450" indent="-171450">
                <a:buFont typeface="Arial" panose="020B0604020202020204" pitchFamily="34" charset="0"/>
                <a:buChar char="•"/>
                <a:defRPr/>
              </a:pPr>
              <a:r>
                <a:rPr lang="en-US" sz="1200" dirty="0"/>
                <a:t>Rules, timing, and fees vary by designation</a:t>
              </a:r>
            </a:p>
            <a:p>
              <a:pPr marL="171450" indent="-171450">
                <a:buFont typeface="Arial" panose="020B0604020202020204" pitchFamily="34" charset="0"/>
                <a:buChar char="•"/>
                <a:defRPr/>
              </a:pPr>
              <a:r>
                <a:rPr lang="en-US" sz="1200" dirty="0"/>
                <a:t>The most accurate guidance is found on your program’s Academic Advising page</a:t>
              </a:r>
            </a:p>
            <a:p>
              <a:pPr>
                <a:defRPr/>
              </a:pPr>
              <a:endParaRPr lang="en-US" sz="1400" dirty="0"/>
            </a:p>
            <a:p>
              <a:pPr>
                <a:defRPr/>
              </a:pPr>
              <a:r>
                <a:rPr lang="en-US" sz="1400" b="1" dirty="0"/>
                <a:t xml:space="preserve">     Your next step</a:t>
              </a:r>
            </a:p>
            <a:p>
              <a:pPr lvl="0">
                <a:defRPr/>
              </a:pPr>
              <a:r>
                <a:rPr lang="en-US" sz="1200" dirty="0"/>
                <a:t xml:space="preserve">Scan the QR code below to visit the </a:t>
              </a:r>
              <a:r>
                <a:rPr lang="en-US" sz="1200" dirty="0" err="1"/>
                <a:t>The</a:t>
              </a:r>
              <a:r>
                <a:rPr lang="en-US" sz="1200" dirty="0"/>
                <a:t xml:space="preserve"> American College’s </a:t>
              </a:r>
              <a:r>
                <a:rPr lang="en-US" sz="1200" b="1" dirty="0"/>
                <a:t xml:space="preserve">Academic Advising page </a:t>
              </a:r>
              <a:r>
                <a:rPr lang="en-US" sz="1200" dirty="0"/>
                <a:t>and select your program to view:</a:t>
              </a:r>
            </a:p>
            <a:p>
              <a:pPr marL="171450" lvl="0" indent="-171450">
                <a:buFont typeface="Arial" panose="020B0604020202020204" pitchFamily="34" charset="0"/>
                <a:buChar char="•"/>
                <a:defRPr/>
              </a:pPr>
              <a:r>
                <a:rPr lang="en-US" sz="1200" dirty="0"/>
                <a:t>Your exact course retake or re‑enrollment options</a:t>
              </a:r>
            </a:p>
            <a:p>
              <a:pPr marL="171450" lvl="0" indent="-171450">
                <a:buFont typeface="Arial" panose="020B0604020202020204" pitchFamily="34" charset="0"/>
                <a:buChar char="•"/>
                <a:defRPr/>
              </a:pPr>
              <a:r>
                <a:rPr lang="en-US" sz="1200" dirty="0"/>
                <a:t xml:space="preserve">Current fees and timing </a:t>
              </a:r>
            </a:p>
            <a:p>
              <a:pPr marL="171450" lvl="0" indent="-171450">
                <a:buFont typeface="Arial" panose="020B0604020202020204" pitchFamily="34" charset="0"/>
                <a:buChar char="•"/>
                <a:defRPr/>
              </a:pPr>
              <a:r>
                <a:rPr lang="en-US" sz="1200" dirty="0"/>
                <a:t>Instructions on how to purchase your retake or how to re-enroll</a:t>
              </a:r>
            </a:p>
            <a:p>
              <a:pPr>
                <a:defRPr/>
              </a:pPr>
              <a:endParaRPr lang="en-US" sz="1400" dirty="0"/>
            </a:p>
            <a:p>
              <a:pPr>
                <a:defRPr/>
              </a:pPr>
              <a:r>
                <a:rPr lang="en-US" sz="1400" b="1" dirty="0"/>
                <a:t xml:space="preserve">       Support to help you succeed </a:t>
              </a:r>
              <a:br>
                <a:rPr lang="en-US" sz="1200" dirty="0"/>
              </a:br>
              <a:r>
                <a:rPr lang="en-US" sz="1200" dirty="0"/>
                <a:t xml:space="preserve">Many learners use </a:t>
              </a:r>
              <a:r>
                <a:rPr lang="en-US" sz="1200" b="1" dirty="0"/>
                <a:t xml:space="preserve">Study Cohorts </a:t>
              </a:r>
              <a:r>
                <a:rPr lang="en-US" sz="1200" dirty="0"/>
                <a:t xml:space="preserve">to stay on track, build confidence, and prepare for retakes or future exams. </a:t>
              </a:r>
            </a:p>
            <a:p>
              <a:pPr>
                <a:defRPr/>
              </a:pPr>
              <a:endParaRPr lang="en-US" sz="1200" dirty="0"/>
            </a:p>
            <a:p>
              <a:pPr>
                <a:defRPr/>
              </a:pPr>
              <a:r>
                <a:rPr lang="en-US" sz="1200" dirty="0"/>
                <a:t xml:space="preserve">Scan the QR code below to check the cohort schedules. If you are interested in joining a cohort, email </a:t>
              </a:r>
              <a:r>
                <a:rPr lang="en-US" sz="1200" b="1" dirty="0"/>
                <a:t>PracticeModels_Support@newyorklife.com</a:t>
              </a:r>
              <a:r>
                <a:rPr lang="en-US" sz="1200" dirty="0"/>
                <a:t>.</a:t>
              </a:r>
              <a:br>
                <a:rPr lang="en-US" sz="1200" dirty="0"/>
              </a:br>
              <a:br>
                <a:rPr lang="en-US" sz="1200" dirty="0"/>
              </a:br>
              <a:r>
                <a:rPr lang="en-US" sz="1100" dirty="0"/>
                <a:t>For assistance with course enrollment or related items, connect with the Development Manager in your GO or send an email to PracticeModels_Support@newyorklife.com and our Team will be glad to assist you.</a:t>
              </a:r>
              <a:endParaRPr lang="en-US" sz="1200" dirty="0"/>
            </a:p>
          </p:txBody>
        </p:sp>
      </p:grpSp>
      <p:grpSp>
        <p:nvGrpSpPr>
          <p:cNvPr id="55" name="Group 54">
            <a:extLst>
              <a:ext uri="{FF2B5EF4-FFF2-40B4-BE49-F238E27FC236}">
                <a16:creationId xmlns:a16="http://schemas.microsoft.com/office/drawing/2014/main" id="{AB862986-FB63-FA4C-2AEB-CB69CB8E9466}"/>
              </a:ext>
            </a:extLst>
          </p:cNvPr>
          <p:cNvGrpSpPr/>
          <p:nvPr/>
        </p:nvGrpSpPr>
        <p:grpSpPr>
          <a:xfrm>
            <a:off x="3032574" y="4738053"/>
            <a:ext cx="3472945" cy="1099765"/>
            <a:chOff x="7520680" y="4959560"/>
            <a:chExt cx="3704557" cy="1151332"/>
          </a:xfrm>
        </p:grpSpPr>
        <p:grpSp>
          <p:nvGrpSpPr>
            <p:cNvPr id="44" name="Group 43">
              <a:extLst>
                <a:ext uri="{FF2B5EF4-FFF2-40B4-BE49-F238E27FC236}">
                  <a16:creationId xmlns:a16="http://schemas.microsoft.com/office/drawing/2014/main" id="{2B591F15-C522-A08B-B33F-5BD1EBAC44E3}"/>
                </a:ext>
              </a:extLst>
            </p:cNvPr>
            <p:cNvGrpSpPr/>
            <p:nvPr/>
          </p:nvGrpSpPr>
          <p:grpSpPr>
            <a:xfrm>
              <a:off x="7520680" y="4959560"/>
              <a:ext cx="3704557" cy="1151332"/>
              <a:chOff x="7965703" y="4129521"/>
              <a:chExt cx="3704557" cy="1118913"/>
            </a:xfrm>
          </p:grpSpPr>
          <p:sp>
            <p:nvSpPr>
              <p:cNvPr id="45" name="Rectangle 44">
                <a:extLst>
                  <a:ext uri="{FF2B5EF4-FFF2-40B4-BE49-F238E27FC236}">
                    <a16:creationId xmlns:a16="http://schemas.microsoft.com/office/drawing/2014/main" id="{6F81CE57-550D-8889-652A-B18786503C00}"/>
                  </a:ext>
                </a:extLst>
              </p:cNvPr>
              <p:cNvSpPr/>
              <p:nvPr/>
            </p:nvSpPr>
            <p:spPr bwMode="ltGray">
              <a:xfrm>
                <a:off x="8012660" y="4149212"/>
                <a:ext cx="3657600" cy="1099222"/>
              </a:xfrm>
              <a:prstGeom prst="rect">
                <a:avLst/>
              </a:prstGeom>
              <a:solidFill>
                <a:schemeClr val="accent3">
                  <a:alpha val="70000"/>
                </a:schemeClr>
              </a:solidFill>
              <a:ln w="12700" cap="flat" cmpd="sng" algn="ctr">
                <a:noFill/>
                <a:prstDash val="solid"/>
                <a:round/>
                <a:headEnd type="none" w="sm" len="sm"/>
                <a:tailEnd type="none" w="sm" len="sm"/>
              </a:ln>
            </p:spPr>
            <p:txBody>
              <a:bodyPr rtlCol="0" anchor="ctr"/>
              <a:lstStyle/>
              <a:p>
                <a:pPr eaLnBrk="0" fontAlgn="base" hangingPunct="0">
                  <a:spcBef>
                    <a:spcPct val="0"/>
                  </a:spcBef>
                  <a:spcAft>
                    <a:spcPct val="0"/>
                  </a:spcAft>
                  <a:defRPr/>
                </a:pPr>
                <a:endParaRPr lang="en-US">
                  <a:solidFill>
                    <a:srgbClr val="0468FF"/>
                  </a:solidFill>
                  <a:latin typeface="Effra Pro" panose="020B0603020203020204" pitchFamily="34" charset="0"/>
                </a:endParaRPr>
              </a:p>
            </p:txBody>
          </p:sp>
          <p:sp>
            <p:nvSpPr>
              <p:cNvPr id="47" name="TextBox 46">
                <a:extLst>
                  <a:ext uri="{FF2B5EF4-FFF2-40B4-BE49-F238E27FC236}">
                    <a16:creationId xmlns:a16="http://schemas.microsoft.com/office/drawing/2014/main" id="{35C1D825-7BF6-3A47-B3D9-83A64D35CAC9}"/>
                  </a:ext>
                </a:extLst>
              </p:cNvPr>
              <p:cNvSpPr txBox="1"/>
              <p:nvPr/>
            </p:nvSpPr>
            <p:spPr>
              <a:xfrm>
                <a:off x="10167468" y="4129521"/>
                <a:ext cx="1318609" cy="261610"/>
              </a:xfrm>
              <a:prstGeom prst="rect">
                <a:avLst/>
              </a:prstGeom>
              <a:noFill/>
            </p:spPr>
            <p:txBody>
              <a:bodyPr wrap="square">
                <a:spAutoFit/>
              </a:bodyPr>
              <a:lstStyle/>
              <a:p>
                <a:pPr lvl="0" eaLnBrk="0" fontAlgn="base" hangingPunct="0">
                  <a:spcBef>
                    <a:spcPct val="0"/>
                  </a:spcBef>
                  <a:spcAft>
                    <a:spcPct val="0"/>
                  </a:spcAft>
                  <a:defRPr/>
                </a:pPr>
                <a:r>
                  <a:rPr lang="en-US" altLang="en-US" sz="1100" u="sng">
                    <a:solidFill>
                      <a:srgbClr val="0468FF"/>
                    </a:solidFill>
                    <a:latin typeface="Effra Pro" panose="020B0603020203020204" pitchFamily="34" charset="0"/>
                  </a:rPr>
                  <a:t>Cohort Schedule</a:t>
                </a:r>
                <a:endParaRPr kumimoji="0" lang="en-US" sz="1100" i="0" u="sng" strike="noStrike" kern="1200" cap="none" spc="0" normalizeH="0" baseline="0" noProof="0">
                  <a:ln>
                    <a:noFill/>
                  </a:ln>
                  <a:solidFill>
                    <a:srgbClr val="0468FF"/>
                  </a:solidFill>
                  <a:effectLst/>
                  <a:uLnTx/>
                  <a:uFillTx/>
                  <a:latin typeface="Effra Pro" panose="020B0603020203020204" pitchFamily="34" charset="0"/>
                </a:endParaRPr>
              </a:p>
            </p:txBody>
          </p:sp>
          <p:sp>
            <p:nvSpPr>
              <p:cNvPr id="48" name="TextBox 47">
                <a:extLst>
                  <a:ext uri="{FF2B5EF4-FFF2-40B4-BE49-F238E27FC236}">
                    <a16:creationId xmlns:a16="http://schemas.microsoft.com/office/drawing/2014/main" id="{8B96B545-3344-E545-CDC6-1005B551CDB1}"/>
                  </a:ext>
                </a:extLst>
              </p:cNvPr>
              <p:cNvSpPr txBox="1"/>
              <p:nvPr/>
            </p:nvSpPr>
            <p:spPr>
              <a:xfrm>
                <a:off x="7965703" y="4129521"/>
                <a:ext cx="1875757" cy="261610"/>
              </a:xfrm>
              <a:prstGeom prst="rect">
                <a:avLst/>
              </a:prstGeom>
              <a:noFill/>
            </p:spPr>
            <p:txBody>
              <a:bodyPr wrap="square">
                <a:spAutoFit/>
              </a:bodyPr>
              <a:lstStyle/>
              <a:p>
                <a:pPr eaLnBrk="0" fontAlgn="base" hangingPunct="0">
                  <a:spcBef>
                    <a:spcPct val="0"/>
                  </a:spcBef>
                  <a:spcAft>
                    <a:spcPct val="0"/>
                  </a:spcAft>
                  <a:defRPr/>
                </a:pPr>
                <a:r>
                  <a:rPr lang="en-US" sz="1100" u="sng">
                    <a:solidFill>
                      <a:srgbClr val="0468FF"/>
                    </a:solidFill>
                    <a:latin typeface="Effra Pro" panose="020B0603020203020204" pitchFamily="34" charset="0"/>
                  </a:rPr>
                  <a:t>TAC Academic Advising</a:t>
                </a:r>
              </a:p>
            </p:txBody>
          </p:sp>
        </p:grpSp>
        <p:pic>
          <p:nvPicPr>
            <p:cNvPr id="52" name="Picture 51">
              <a:extLst>
                <a:ext uri="{FF2B5EF4-FFF2-40B4-BE49-F238E27FC236}">
                  <a16:creationId xmlns:a16="http://schemas.microsoft.com/office/drawing/2014/main" id="{51CAF8FB-370F-E930-B374-92093DDC2A4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14454" y="5240400"/>
              <a:ext cx="822960" cy="822960"/>
            </a:xfrm>
            <a:prstGeom prst="rect">
              <a:avLst/>
            </a:prstGeom>
            <a:ln w="12700">
              <a:solidFill>
                <a:srgbClr val="2F6FA3"/>
              </a:solidFill>
            </a:ln>
          </p:spPr>
        </p:pic>
        <p:pic>
          <p:nvPicPr>
            <p:cNvPr id="54" name="Picture 53">
              <a:extLst>
                <a:ext uri="{FF2B5EF4-FFF2-40B4-BE49-F238E27FC236}">
                  <a16:creationId xmlns:a16="http://schemas.microsoft.com/office/drawing/2014/main" id="{8E284591-EC8C-D9E5-21DB-29A9C9AD1A9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98706" y="5228750"/>
              <a:ext cx="822960" cy="822960"/>
            </a:xfrm>
            <a:prstGeom prst="rect">
              <a:avLst/>
            </a:prstGeom>
            <a:ln w="12700">
              <a:solidFill>
                <a:srgbClr val="2F6FA3"/>
              </a:solidFill>
            </a:ln>
          </p:spPr>
        </p:pic>
      </p:grpSp>
      <p:sp>
        <p:nvSpPr>
          <p:cNvPr id="4" name="TextBox 3">
            <a:extLst>
              <a:ext uri="{FF2B5EF4-FFF2-40B4-BE49-F238E27FC236}">
                <a16:creationId xmlns:a16="http://schemas.microsoft.com/office/drawing/2014/main" id="{D582B75F-7798-AE10-8ADE-FAF642048A4D}"/>
              </a:ext>
            </a:extLst>
          </p:cNvPr>
          <p:cNvSpPr txBox="1"/>
          <p:nvPr/>
        </p:nvSpPr>
        <p:spPr>
          <a:xfrm>
            <a:off x="157763" y="4760093"/>
            <a:ext cx="2721998" cy="246221"/>
          </a:xfrm>
          <a:prstGeom prst="rect">
            <a:avLst/>
          </a:prstGeom>
          <a:noFill/>
        </p:spPr>
        <p:txBody>
          <a:bodyPr wrap="square">
            <a:spAutoFit/>
          </a:bodyPr>
          <a:lstStyle/>
          <a:p>
            <a:r>
              <a:rPr lang="en-US" sz="1000" i="0">
                <a:effectLst/>
              </a:rPr>
              <a:t>*For program enrollments prior to April 2025</a:t>
            </a:r>
            <a:endParaRPr lang="en-US" sz="1000"/>
          </a:p>
        </p:txBody>
      </p:sp>
      <p:graphicFrame>
        <p:nvGraphicFramePr>
          <p:cNvPr id="67" name="Table 66">
            <a:extLst>
              <a:ext uri="{FF2B5EF4-FFF2-40B4-BE49-F238E27FC236}">
                <a16:creationId xmlns:a16="http://schemas.microsoft.com/office/drawing/2014/main" id="{F37AF58D-4826-558D-AD40-B00EC9491E88}"/>
              </a:ext>
            </a:extLst>
          </p:cNvPr>
          <p:cNvGraphicFramePr>
            <a:graphicFrameLocks noGrp="1"/>
          </p:cNvGraphicFramePr>
          <p:nvPr>
            <p:extLst>
              <p:ext uri="{D42A27DB-BD31-4B8C-83A1-F6EECF244321}">
                <p14:modId xmlns:p14="http://schemas.microsoft.com/office/powerpoint/2010/main" val="3409161198"/>
              </p:ext>
            </p:extLst>
          </p:nvPr>
        </p:nvGraphicFramePr>
        <p:xfrm>
          <a:off x="251659" y="1220436"/>
          <a:ext cx="6317391" cy="3349929"/>
        </p:xfrm>
        <a:graphic>
          <a:graphicData uri="http://schemas.openxmlformats.org/drawingml/2006/table">
            <a:tbl>
              <a:tblPr firstRow="1" bandRow="1">
                <a:tableStyleId>{5C22544A-7EE6-4342-B048-85BDC9FD1C3A}</a:tableStyleId>
              </a:tblPr>
              <a:tblGrid>
                <a:gridCol w="1210555">
                  <a:extLst>
                    <a:ext uri="{9D8B030D-6E8A-4147-A177-3AD203B41FA5}">
                      <a16:colId xmlns:a16="http://schemas.microsoft.com/office/drawing/2014/main" val="20000"/>
                    </a:ext>
                  </a:extLst>
                </a:gridCol>
                <a:gridCol w="2553418">
                  <a:extLst>
                    <a:ext uri="{9D8B030D-6E8A-4147-A177-3AD203B41FA5}">
                      <a16:colId xmlns:a16="http://schemas.microsoft.com/office/drawing/2014/main" val="20002"/>
                    </a:ext>
                  </a:extLst>
                </a:gridCol>
                <a:gridCol w="2553418">
                  <a:extLst>
                    <a:ext uri="{9D8B030D-6E8A-4147-A177-3AD203B41FA5}">
                      <a16:colId xmlns:a16="http://schemas.microsoft.com/office/drawing/2014/main" val="20003"/>
                    </a:ext>
                  </a:extLst>
                </a:gridCol>
              </a:tblGrid>
              <a:tr h="607299">
                <a:tc>
                  <a:txBody>
                    <a:bodyPr/>
                    <a:lstStyle/>
                    <a:p>
                      <a:pPr algn="ctr">
                        <a:defRPr sz="1200" b="1">
                          <a:solidFill>
                            <a:srgbClr val="202020"/>
                          </a:solidFill>
                        </a:defRPr>
                      </a:pPr>
                      <a:r>
                        <a:rPr lang="en-US" sz="1400" b="0">
                          <a:solidFill>
                            <a:schemeClr val="bg1"/>
                          </a:solidFill>
                          <a:latin typeface="+mn-lt"/>
                        </a:rPr>
                        <a:t>TAC Program</a:t>
                      </a:r>
                    </a:p>
                  </a:txBody>
                  <a:tcPr anchor="ctr">
                    <a:solidFill>
                      <a:schemeClr val="tx1"/>
                    </a:solidFill>
                  </a:tcPr>
                </a:tc>
                <a:tc>
                  <a:txBody>
                    <a:bodyPr/>
                    <a:lstStyle/>
                    <a:p>
                      <a:pPr algn="l">
                        <a:defRPr sz="1200" b="1">
                          <a:solidFill>
                            <a:srgbClr val="202020"/>
                          </a:solidFill>
                        </a:defRPr>
                      </a:pPr>
                      <a:r>
                        <a:rPr lang="en-US" sz="1400" b="0">
                          <a:solidFill>
                            <a:schemeClr val="bg1"/>
                          </a:solidFill>
                          <a:latin typeface="+mn-lt"/>
                        </a:rPr>
                        <a:t xml:space="preserve"> Options if you </a:t>
                      </a:r>
                      <a:br>
                        <a:rPr lang="en-US" sz="1400" b="0">
                          <a:solidFill>
                            <a:schemeClr val="bg1"/>
                          </a:solidFill>
                          <a:latin typeface="+mn-lt"/>
                        </a:rPr>
                      </a:br>
                      <a:r>
                        <a:rPr lang="en-US" sz="1400" b="0">
                          <a:solidFill>
                            <a:schemeClr val="bg1"/>
                          </a:solidFill>
                          <a:latin typeface="+mn-lt"/>
                        </a:rPr>
                        <a:t>DID NOT PASS your Exam</a:t>
                      </a:r>
                    </a:p>
                  </a:txBody>
                  <a:tcPr anchor="ctr">
                    <a:solidFill>
                      <a:schemeClr val="tx1"/>
                    </a:solidFill>
                  </a:tcPr>
                </a:tc>
                <a:tc>
                  <a:txBody>
                    <a:bodyPr/>
                    <a:lstStyle/>
                    <a:p>
                      <a:pPr algn="l">
                        <a:defRPr sz="1200" b="1">
                          <a:solidFill>
                            <a:srgbClr val="202020"/>
                          </a:solidFill>
                        </a:defRPr>
                      </a:pPr>
                      <a:r>
                        <a:rPr lang="en-US" sz="1400" b="0">
                          <a:solidFill>
                            <a:srgbClr val="D2DCE7"/>
                          </a:solidFill>
                          <a:latin typeface="+mn-lt"/>
                        </a:rPr>
                        <a:t xml:space="preserve"> </a:t>
                      </a:r>
                      <a:r>
                        <a:rPr lang="en-US" sz="1400" b="0">
                          <a:solidFill>
                            <a:schemeClr val="bg1"/>
                          </a:solidFill>
                          <a:latin typeface="+mn-lt"/>
                        </a:rPr>
                        <a:t xml:space="preserve">Options if you  </a:t>
                      </a:r>
                      <a:br>
                        <a:rPr lang="en-US" sz="1400" b="0">
                          <a:solidFill>
                            <a:schemeClr val="bg1"/>
                          </a:solidFill>
                          <a:latin typeface="+mn-lt"/>
                        </a:rPr>
                      </a:br>
                      <a:r>
                        <a:rPr lang="en-US" sz="1400" b="0">
                          <a:solidFill>
                            <a:schemeClr val="bg1"/>
                          </a:solidFill>
                          <a:latin typeface="+mn-lt"/>
                        </a:rPr>
                        <a:t>MISSED your Exam Window</a:t>
                      </a:r>
                    </a:p>
                  </a:txBody>
                  <a:tcPr anchor="ctr">
                    <a:solidFill>
                      <a:schemeClr val="tx1"/>
                    </a:solidFill>
                  </a:tcPr>
                </a:tc>
                <a:extLst>
                  <a:ext uri="{0D108BD9-81ED-4DB2-BD59-A6C34878D82A}">
                    <a16:rowId xmlns:a16="http://schemas.microsoft.com/office/drawing/2014/main" val="10000"/>
                  </a:ext>
                </a:extLst>
              </a:tr>
              <a:tr h="519202">
                <a:tc>
                  <a:txBody>
                    <a:bodyPr/>
                    <a:lstStyle/>
                    <a:p>
                      <a:pPr algn="ctr">
                        <a:defRPr sz="1100" b="1">
                          <a:solidFill>
                            <a:srgbClr val="202020"/>
                          </a:solidFill>
                        </a:defRPr>
                      </a:pPr>
                      <a:r>
                        <a:rPr lang="en-US" sz="1400" b="1">
                          <a:latin typeface="+mn-lt"/>
                        </a:rPr>
                        <a:t xml:space="preserve"> FSCP</a:t>
                      </a:r>
                      <a:r>
                        <a:rPr lang="en-US" sz="1400" b="1" baseline="30000">
                          <a:latin typeface="+mn-lt"/>
                        </a:rPr>
                        <a:t>®</a:t>
                      </a:r>
                    </a:p>
                  </a:txBody>
                  <a:tcPr anchor="ctr">
                    <a:solidFill>
                      <a:schemeClr val="bg2">
                        <a:lumMod val="40000"/>
                        <a:lumOff val="60000"/>
                      </a:schemeClr>
                    </a:solidFill>
                  </a:tcPr>
                </a:tc>
                <a:tc>
                  <a:txBody>
                    <a:bodyPr/>
                    <a:lstStyle/>
                    <a:p>
                      <a:pPr lvl="0" algn="l">
                        <a:defRPr sz="1100">
                          <a:solidFill>
                            <a:srgbClr val="202020"/>
                          </a:solidFill>
                        </a:defRPr>
                      </a:pPr>
                      <a:r>
                        <a:rPr lang="en-US" sz="1400" b="0">
                          <a:latin typeface="+mn-lt"/>
                        </a:rPr>
                        <a:t>Re‑Enroll</a:t>
                      </a:r>
                    </a:p>
                  </a:txBody>
                  <a:tcPr anchor="ctr">
                    <a:solidFill>
                      <a:schemeClr val="bg2">
                        <a:lumMod val="40000"/>
                        <a:lumOff val="60000"/>
                      </a:schemeClr>
                    </a:solidFill>
                  </a:tcPr>
                </a:tc>
                <a:tc>
                  <a:txBody>
                    <a:bodyPr/>
                    <a:lstStyle/>
                    <a:p>
                      <a:pPr algn="l">
                        <a:defRPr sz="1100">
                          <a:solidFill>
                            <a:srgbClr val="202020"/>
                          </a:solidFill>
                        </a:defRPr>
                      </a:pPr>
                      <a:r>
                        <a:rPr sz="1400" b="0">
                          <a:latin typeface="+mn-lt"/>
                        </a:rPr>
                        <a:t>Re‑Enroll</a:t>
                      </a:r>
                    </a:p>
                  </a:txBody>
                  <a:tcPr anchor="ctr">
                    <a:solidFill>
                      <a:schemeClr val="bg2">
                        <a:lumMod val="40000"/>
                        <a:lumOff val="60000"/>
                      </a:schemeClr>
                    </a:solidFill>
                  </a:tcPr>
                </a:tc>
                <a:extLst>
                  <a:ext uri="{0D108BD9-81ED-4DB2-BD59-A6C34878D82A}">
                    <a16:rowId xmlns:a16="http://schemas.microsoft.com/office/drawing/2014/main" val="10001"/>
                  </a:ext>
                </a:extLst>
              </a:tr>
              <a:tr h="532266">
                <a:tc>
                  <a:txBody>
                    <a:bodyPr/>
                    <a:lstStyle/>
                    <a:p>
                      <a:pPr algn="ctr">
                        <a:defRPr sz="1100" b="1">
                          <a:solidFill>
                            <a:srgbClr val="202020"/>
                          </a:solidFill>
                        </a:defRPr>
                      </a:pPr>
                      <a:r>
                        <a:rPr lang="en-US" sz="1400" b="1">
                          <a:latin typeface="+mn-lt"/>
                        </a:rPr>
                        <a:t>WMCP</a:t>
                      </a:r>
                      <a:r>
                        <a:rPr lang="en-US" sz="1400" b="1" baseline="30000">
                          <a:latin typeface="+mn-lt"/>
                        </a:rPr>
                        <a:t>®</a:t>
                      </a:r>
                      <a:endParaRPr lang="en-US" sz="1400" b="1">
                        <a:latin typeface="+mn-lt"/>
                      </a:endParaRPr>
                    </a:p>
                  </a:txBody>
                  <a:tcPr anchor="ctr">
                    <a:solidFill>
                      <a:schemeClr val="bg2">
                        <a:lumMod val="40000"/>
                        <a:lumOff val="60000"/>
                      </a:schemeClr>
                    </a:solidFill>
                  </a:tcPr>
                </a:tc>
                <a:tc>
                  <a:txBody>
                    <a:bodyPr/>
                    <a:lstStyle/>
                    <a:p>
                      <a:pPr lvl="0" algn="l">
                        <a:defRPr sz="1100">
                          <a:solidFill>
                            <a:srgbClr val="202020"/>
                          </a:solidFill>
                        </a:defRPr>
                      </a:pPr>
                      <a:r>
                        <a:rPr lang="en-US" sz="1400" b="0">
                          <a:latin typeface="+mn-lt"/>
                        </a:rPr>
                        <a:t xml:space="preserve"> Retake</a:t>
                      </a:r>
                    </a:p>
                  </a:txBody>
                  <a:tcPr anchor="ctr">
                    <a:solidFill>
                      <a:schemeClr val="bg2">
                        <a:lumMod val="40000"/>
                        <a:lumOff val="60000"/>
                      </a:schemeClr>
                    </a:solidFill>
                  </a:tcPr>
                </a:tc>
                <a:tc>
                  <a:txBody>
                    <a:bodyPr/>
                    <a:lstStyle/>
                    <a:p>
                      <a:pPr algn="l">
                        <a:defRPr sz="1100">
                          <a:solidFill>
                            <a:srgbClr val="202020"/>
                          </a:solidFill>
                        </a:defRPr>
                      </a:pPr>
                      <a:r>
                        <a:rPr lang="en-US" sz="1400" b="0">
                          <a:latin typeface="+mn-lt"/>
                        </a:rPr>
                        <a:t>Re‑Enroll</a:t>
                      </a:r>
                    </a:p>
                  </a:txBody>
                  <a:tcPr anchor="ctr">
                    <a:solidFill>
                      <a:schemeClr val="bg2">
                        <a:lumMod val="40000"/>
                        <a:lumOff val="60000"/>
                      </a:schemeClr>
                    </a:solidFill>
                  </a:tcPr>
                </a:tc>
                <a:extLst>
                  <a:ext uri="{0D108BD9-81ED-4DB2-BD59-A6C34878D82A}">
                    <a16:rowId xmlns:a16="http://schemas.microsoft.com/office/drawing/2014/main" val="10002"/>
                  </a:ext>
                </a:extLst>
              </a:tr>
              <a:tr h="490739">
                <a:tc>
                  <a:txBody>
                    <a:bodyPr/>
                    <a:lstStyle/>
                    <a:p>
                      <a:pPr algn="ctr">
                        <a:defRPr sz="1100" b="1">
                          <a:solidFill>
                            <a:srgbClr val="202020"/>
                          </a:solidFill>
                        </a:defRPr>
                      </a:pPr>
                      <a:r>
                        <a:rPr lang="en-US" sz="1400" b="1">
                          <a:latin typeface="+mn-lt"/>
                        </a:rPr>
                        <a:t xml:space="preserve"> RICP</a:t>
                      </a:r>
                      <a:r>
                        <a:rPr lang="en-US" sz="1400" b="1" baseline="30000">
                          <a:latin typeface="+mn-lt"/>
                        </a:rPr>
                        <a:t>®</a:t>
                      </a:r>
                      <a:r>
                        <a:rPr lang="en-US" sz="1400" b="1">
                          <a:latin typeface="+mn-lt"/>
                        </a:rPr>
                        <a:t xml:space="preserve"> </a:t>
                      </a:r>
                    </a:p>
                    <a:p>
                      <a:pPr algn="ctr">
                        <a:defRPr sz="1100" b="1">
                          <a:solidFill>
                            <a:srgbClr val="202020"/>
                          </a:solidFill>
                        </a:defRPr>
                      </a:pPr>
                      <a:r>
                        <a:rPr lang="en-US" sz="1050" b="1">
                          <a:latin typeface="+mn-lt"/>
                        </a:rPr>
                        <a:t>(current)</a:t>
                      </a:r>
                    </a:p>
                  </a:txBody>
                  <a:tcPr anchor="ctr">
                    <a:solidFill>
                      <a:schemeClr val="bg2">
                        <a:lumMod val="40000"/>
                        <a:lumOff val="60000"/>
                      </a:schemeClr>
                    </a:solidFill>
                  </a:tcPr>
                </a:tc>
                <a:tc>
                  <a:txBody>
                    <a:bodyPr/>
                    <a:lstStyle/>
                    <a:p>
                      <a:pPr lvl="0" algn="l">
                        <a:defRPr sz="1100">
                          <a:solidFill>
                            <a:srgbClr val="202020"/>
                          </a:solidFill>
                        </a:defRPr>
                      </a:pPr>
                      <a:r>
                        <a:rPr lang="en-US" sz="1400" b="0" dirty="0">
                          <a:latin typeface="+mn-lt"/>
                        </a:rPr>
                        <a:t xml:space="preserve"> Retake </a:t>
                      </a:r>
                    </a:p>
                  </a:txBody>
                  <a:tcPr anchor="ctr">
                    <a:solidFill>
                      <a:schemeClr val="bg2">
                        <a:lumMod val="40000"/>
                        <a:lumOff val="60000"/>
                      </a:schemeClr>
                    </a:solidFill>
                  </a:tcPr>
                </a:tc>
                <a:tc>
                  <a:txBody>
                    <a:bodyPr/>
                    <a:lstStyle/>
                    <a:p>
                      <a:pPr algn="l">
                        <a:defRPr sz="1100">
                          <a:solidFill>
                            <a:srgbClr val="202020"/>
                          </a:solidFill>
                        </a:defRPr>
                      </a:pPr>
                      <a:r>
                        <a:rPr lang="en-US" sz="1400" b="0">
                          <a:latin typeface="+mn-lt"/>
                        </a:rPr>
                        <a:t>Re‑Enroll</a:t>
                      </a:r>
                    </a:p>
                  </a:txBody>
                  <a:tcPr anchor="ctr">
                    <a:solidFill>
                      <a:schemeClr val="bg2">
                        <a:lumMod val="40000"/>
                        <a:lumOff val="60000"/>
                      </a:schemeClr>
                    </a:solidFill>
                  </a:tcPr>
                </a:tc>
                <a:extLst>
                  <a:ext uri="{0D108BD9-81ED-4DB2-BD59-A6C34878D82A}">
                    <a16:rowId xmlns:a16="http://schemas.microsoft.com/office/drawing/2014/main" val="10003"/>
                  </a:ext>
                </a:extLst>
              </a:tr>
              <a:tr h="544747">
                <a:tc>
                  <a:txBody>
                    <a:bodyPr/>
                    <a:lstStyle/>
                    <a:p>
                      <a:pPr lvl="0" algn="ctr">
                        <a:defRPr sz="1100" b="1">
                          <a:solidFill>
                            <a:srgbClr val="202020"/>
                          </a:solidFill>
                        </a:defRPr>
                      </a:pPr>
                      <a:r>
                        <a:rPr lang="en-US" sz="1400" b="1">
                          <a:latin typeface="+mn-lt"/>
                        </a:rPr>
                        <a:t>RICP</a:t>
                      </a:r>
                      <a:r>
                        <a:rPr lang="en-US" sz="1400" b="1" baseline="30000">
                          <a:latin typeface="+mn-lt"/>
                        </a:rPr>
                        <a:t>®</a:t>
                      </a:r>
                      <a:endParaRPr lang="en-US" sz="1400" b="1">
                        <a:latin typeface="+mn-lt"/>
                      </a:endParaRPr>
                    </a:p>
                    <a:p>
                      <a:pPr lvl="0" algn="ctr">
                        <a:defRPr sz="1100" b="1">
                          <a:solidFill>
                            <a:srgbClr val="202020"/>
                          </a:solidFill>
                        </a:defRPr>
                      </a:pPr>
                      <a:r>
                        <a:rPr lang="en-US" sz="1400" b="1">
                          <a:latin typeface="+mn-lt"/>
                        </a:rPr>
                        <a:t xml:space="preserve"> </a:t>
                      </a:r>
                      <a:r>
                        <a:rPr lang="en-US" sz="1050" b="1">
                          <a:latin typeface="+mn-lt"/>
                        </a:rPr>
                        <a:t>(</a:t>
                      </a:r>
                      <a:r>
                        <a:rPr lang="en-US" sz="1050" b="1" kern="1200">
                          <a:solidFill>
                            <a:srgbClr val="202020"/>
                          </a:solidFill>
                          <a:latin typeface="+mn-lt"/>
                          <a:ea typeface="+mn-ea"/>
                          <a:cs typeface="+mn-cs"/>
                        </a:rPr>
                        <a:t>legacy*)</a:t>
                      </a:r>
                    </a:p>
                  </a:txBody>
                  <a:tcPr anchor="ctr">
                    <a:solidFill>
                      <a:schemeClr val="bg2">
                        <a:lumMod val="40000"/>
                        <a:lumOff val="60000"/>
                      </a:schemeClr>
                    </a:solidFill>
                  </a:tcPr>
                </a:tc>
                <a:tc>
                  <a:txBody>
                    <a:bodyPr/>
                    <a:lstStyle/>
                    <a:p>
                      <a:pPr lvl="0" algn="l">
                        <a:defRPr sz="1100">
                          <a:solidFill>
                            <a:srgbClr val="202020"/>
                          </a:solidFill>
                        </a:defRPr>
                      </a:pPr>
                      <a:r>
                        <a:rPr lang="en-US" sz="1400" b="0">
                          <a:latin typeface="+mn-lt"/>
                        </a:rPr>
                        <a:t>Retake</a:t>
                      </a:r>
                    </a:p>
                  </a:txBody>
                  <a:tcPr anchor="ctr">
                    <a:solidFill>
                      <a:schemeClr val="bg2">
                        <a:lumMod val="40000"/>
                        <a:lumOff val="60000"/>
                      </a:schemeClr>
                    </a:solidFill>
                  </a:tcPr>
                </a:tc>
                <a:tc>
                  <a:txBody>
                    <a:bodyPr/>
                    <a:lstStyle/>
                    <a:p>
                      <a:pPr algn="l">
                        <a:defRPr sz="1100">
                          <a:solidFill>
                            <a:srgbClr val="202020"/>
                          </a:solidFill>
                        </a:defRPr>
                      </a:pPr>
                      <a:r>
                        <a:rPr sz="1400" b="0">
                          <a:latin typeface="+mn-lt"/>
                        </a:rPr>
                        <a:t>Retake</a:t>
                      </a:r>
                    </a:p>
                  </a:txBody>
                  <a:tcPr anchor="ctr">
                    <a:solidFill>
                      <a:schemeClr val="bg2">
                        <a:lumMod val="40000"/>
                        <a:lumOff val="60000"/>
                      </a:schemeClr>
                    </a:solidFill>
                  </a:tcPr>
                </a:tc>
                <a:extLst>
                  <a:ext uri="{0D108BD9-81ED-4DB2-BD59-A6C34878D82A}">
                    <a16:rowId xmlns:a16="http://schemas.microsoft.com/office/drawing/2014/main" val="10004"/>
                  </a:ext>
                </a:extLst>
              </a:tr>
              <a:tr h="655676">
                <a:tc>
                  <a:txBody>
                    <a:bodyPr/>
                    <a:lstStyle/>
                    <a:p>
                      <a:pPr algn="ctr">
                        <a:defRPr sz="1100" b="1">
                          <a:solidFill>
                            <a:srgbClr val="202020"/>
                          </a:solidFill>
                        </a:defRPr>
                      </a:pPr>
                      <a:r>
                        <a:rPr lang="en-US" sz="1400" b="1">
                          <a:latin typeface="+mn-lt"/>
                        </a:rPr>
                        <a:t xml:space="preserve"> ChFC</a:t>
                      </a:r>
                      <a:r>
                        <a:rPr lang="en-US" sz="1400" b="1" baseline="30000">
                          <a:latin typeface="+mn-lt"/>
                        </a:rPr>
                        <a:t>®</a:t>
                      </a:r>
                      <a:endParaRPr lang="en-US" sz="1400" b="1">
                        <a:latin typeface="+mn-lt"/>
                      </a:endParaRPr>
                    </a:p>
                  </a:txBody>
                  <a:tcPr anchor="ctr">
                    <a:solidFill>
                      <a:schemeClr val="bg2">
                        <a:lumMod val="40000"/>
                        <a:lumOff val="60000"/>
                      </a:schemeClr>
                    </a:solidFill>
                  </a:tcPr>
                </a:tc>
                <a:tc>
                  <a:txBody>
                    <a:bodyPr/>
                    <a:lstStyle/>
                    <a:p>
                      <a:pPr lvl="0" algn="l">
                        <a:defRPr sz="1100">
                          <a:solidFill>
                            <a:srgbClr val="202020"/>
                          </a:solidFill>
                        </a:defRPr>
                      </a:pPr>
                      <a:r>
                        <a:rPr lang="en-US" sz="1400" b="0">
                          <a:latin typeface="+mn-lt"/>
                        </a:rPr>
                        <a:t>Course and progression dependent: see program rules</a:t>
                      </a:r>
                    </a:p>
                  </a:txBody>
                  <a:tcPr anchor="ctr">
                    <a:solidFill>
                      <a:schemeClr val="bg2">
                        <a:lumMod val="40000"/>
                        <a:lumOff val="60000"/>
                      </a:schemeClr>
                    </a:solidFill>
                  </a:tcPr>
                </a:tc>
                <a:tc>
                  <a:txBody>
                    <a:bodyPr/>
                    <a:lstStyle/>
                    <a:p>
                      <a:pPr lvl="0" algn="l">
                        <a:defRPr sz="1100">
                          <a:solidFill>
                            <a:srgbClr val="202020"/>
                          </a:solidFill>
                        </a:defRPr>
                      </a:pPr>
                      <a:r>
                        <a:rPr lang="en-US" sz="1400" b="0" dirty="0">
                          <a:latin typeface="+mn-lt"/>
                        </a:rPr>
                        <a:t>Course and progression dependent: see program rules</a:t>
                      </a:r>
                    </a:p>
                  </a:txBody>
                  <a:tcPr anchor="ctr">
                    <a:solidFill>
                      <a:schemeClr val="bg2">
                        <a:lumMod val="40000"/>
                        <a:lumOff val="60000"/>
                      </a:schemeClr>
                    </a:solidFill>
                  </a:tcPr>
                </a:tc>
                <a:extLst>
                  <a:ext uri="{0D108BD9-81ED-4DB2-BD59-A6C34878D82A}">
                    <a16:rowId xmlns:a16="http://schemas.microsoft.com/office/drawing/2014/main" val="10005"/>
                  </a:ext>
                </a:extLst>
              </a:tr>
            </a:tbl>
          </a:graphicData>
        </a:graphic>
      </p:graphicFrame>
      <p:cxnSp>
        <p:nvCxnSpPr>
          <p:cNvPr id="5" name="Straight Connector 4">
            <a:extLst>
              <a:ext uri="{FF2B5EF4-FFF2-40B4-BE49-F238E27FC236}">
                <a16:creationId xmlns:a16="http://schemas.microsoft.com/office/drawing/2014/main" id="{DCA63902-0BBD-7242-9DB4-B994123B682A}"/>
              </a:ext>
            </a:extLst>
          </p:cNvPr>
          <p:cNvCxnSpPr/>
          <p:nvPr/>
        </p:nvCxnSpPr>
        <p:spPr>
          <a:xfrm>
            <a:off x="6852863" y="2206329"/>
            <a:ext cx="471525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8A370D9-988E-AEFB-D5CE-41CA6D117E81}"/>
              </a:ext>
            </a:extLst>
          </p:cNvPr>
          <p:cNvCxnSpPr/>
          <p:nvPr/>
        </p:nvCxnSpPr>
        <p:spPr>
          <a:xfrm>
            <a:off x="6839313" y="3529127"/>
            <a:ext cx="4715250" cy="0"/>
          </a:xfrm>
          <a:prstGeom prst="line">
            <a:avLst/>
          </a:prstGeom>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690182CA-745F-54F2-8D4B-41A7AB26D3A8}"/>
              </a:ext>
            </a:extLst>
          </p:cNvPr>
          <p:cNvSpPr txBox="1"/>
          <p:nvPr/>
        </p:nvSpPr>
        <p:spPr>
          <a:xfrm>
            <a:off x="6727773" y="2206558"/>
            <a:ext cx="529262" cy="369332"/>
          </a:xfrm>
          <a:prstGeom prst="rect">
            <a:avLst/>
          </a:prstGeom>
          <a:noFill/>
        </p:spPr>
        <p:txBody>
          <a:bodyPr wrap="square">
            <a:spAutoFit/>
          </a:bodyPr>
          <a:lstStyle/>
          <a:p>
            <a:r>
              <a:rPr lang="en-US" sz="1800" dirty="0"/>
              <a:t>👉</a:t>
            </a:r>
            <a:endParaRPr lang="en-US" dirty="0"/>
          </a:p>
        </p:txBody>
      </p:sp>
      <p:sp>
        <p:nvSpPr>
          <p:cNvPr id="15" name="TextBox 14">
            <a:extLst>
              <a:ext uri="{FF2B5EF4-FFF2-40B4-BE49-F238E27FC236}">
                <a16:creationId xmlns:a16="http://schemas.microsoft.com/office/drawing/2014/main" id="{E9B2E3DE-84D6-B3E7-A028-CF00FAC29CB3}"/>
              </a:ext>
            </a:extLst>
          </p:cNvPr>
          <p:cNvSpPr txBox="1"/>
          <p:nvPr/>
        </p:nvSpPr>
        <p:spPr>
          <a:xfrm>
            <a:off x="6680590" y="1054158"/>
            <a:ext cx="529262" cy="369332"/>
          </a:xfrm>
          <a:prstGeom prst="rect">
            <a:avLst/>
          </a:prstGeom>
          <a:noFill/>
        </p:spPr>
        <p:txBody>
          <a:bodyPr wrap="square">
            <a:spAutoFit/>
          </a:bodyPr>
          <a:lstStyle/>
          <a:p>
            <a:r>
              <a:rPr kumimoji="0" lang="en-US" sz="1800" b="0" i="0" u="none" strike="noStrike" kern="1200" cap="none" spc="0" normalizeH="0" baseline="0" noProof="0" dirty="0">
                <a:ln>
                  <a:noFill/>
                </a:ln>
                <a:solidFill>
                  <a:srgbClr val="FFFFFF"/>
                </a:solidFill>
                <a:effectLst/>
                <a:uLnTx/>
                <a:uFillTx/>
                <a:latin typeface="Effra Pro" panose="020B0603020203020204" pitchFamily="34" charset="0"/>
                <a:ea typeface="+mn-ea"/>
                <a:cs typeface="+mn-cs"/>
              </a:rPr>
              <a:t>🧠</a:t>
            </a:r>
            <a:endParaRPr lang="en-US" dirty="0"/>
          </a:p>
        </p:txBody>
      </p:sp>
      <p:sp>
        <p:nvSpPr>
          <p:cNvPr id="17" name="TextBox 16">
            <a:extLst>
              <a:ext uri="{FF2B5EF4-FFF2-40B4-BE49-F238E27FC236}">
                <a16:creationId xmlns:a16="http://schemas.microsoft.com/office/drawing/2014/main" id="{BF3B4E41-B483-D6D0-5FF6-41EF6358A65F}"/>
              </a:ext>
            </a:extLst>
          </p:cNvPr>
          <p:cNvSpPr txBox="1"/>
          <p:nvPr/>
        </p:nvSpPr>
        <p:spPr>
          <a:xfrm>
            <a:off x="6810881" y="3529127"/>
            <a:ext cx="529262" cy="369332"/>
          </a:xfrm>
          <a:prstGeom prst="rect">
            <a:avLst/>
          </a:prstGeom>
          <a:noFill/>
        </p:spPr>
        <p:txBody>
          <a:bodyPr wrap="square">
            <a:spAutoFit/>
          </a:bodyPr>
          <a:lstStyle/>
          <a:p>
            <a:r>
              <a:rPr lang="en-US" sz="1800" dirty="0"/>
              <a:t>👥</a:t>
            </a:r>
            <a:endParaRPr lang="en-US" dirty="0"/>
          </a:p>
        </p:txBody>
      </p:sp>
    </p:spTree>
    <p:extLst>
      <p:ext uri="{BB962C8B-B14F-4D97-AF65-F5344CB8AC3E}">
        <p14:creationId xmlns:p14="http://schemas.microsoft.com/office/powerpoint/2010/main" val="1289628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AD80C-C231-99B1-1705-DE9FAE0DB89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50D428A6-36E3-E29E-3971-0B1BE4FD3142}"/>
              </a:ext>
            </a:extLst>
          </p:cNvPr>
          <p:cNvSpPr>
            <a:spLocks/>
          </p:cNvSpPr>
          <p:nvPr/>
        </p:nvSpPr>
        <p:spPr>
          <a:xfrm>
            <a:off x="0" y="1937020"/>
            <a:ext cx="12192000" cy="2403392"/>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lvl="0">
              <a:defRPr/>
            </a:pPr>
            <a:endParaRPr lang="en-US" sz="1600" b="1">
              <a:solidFill>
                <a:srgbClr val="000962">
                  <a:lumMod val="90000"/>
                  <a:lumOff val="10000"/>
                </a:srgbClr>
              </a:solidFill>
            </a:endParaRPr>
          </a:p>
        </p:txBody>
      </p:sp>
      <p:sp>
        <p:nvSpPr>
          <p:cNvPr id="8" name="Slide Number Placeholder 7">
            <a:extLst>
              <a:ext uri="{FF2B5EF4-FFF2-40B4-BE49-F238E27FC236}">
                <a16:creationId xmlns:a16="http://schemas.microsoft.com/office/drawing/2014/main" id="{9AE4E5E8-51E6-B828-49E9-34A85AF8E9A4}"/>
              </a:ext>
            </a:extLst>
          </p:cNvPr>
          <p:cNvSpPr>
            <a:spLocks noGrp="1"/>
          </p:cNvSpPr>
          <p:nvPr>
            <p:ph type="sldNum" sz="quarter" idx="10"/>
          </p:nvPr>
        </p:nvSpPr>
        <p:spPr>
          <a:xfrm>
            <a:off x="11579107" y="6232230"/>
            <a:ext cx="430079" cy="365125"/>
          </a:xfrm>
        </p:spPr>
        <p:txBody>
          <a:bodyPr/>
          <a:lstStyle/>
          <a:p>
            <a:fld id="{A1371F83-EA4D-3B47-99B9-95D90583DC1D}" type="slidenum">
              <a:rPr lang="en-US" smtClean="0"/>
              <a:pPr/>
              <a:t>13</a:t>
            </a:fld>
            <a:endParaRPr lang="en-US"/>
          </a:p>
        </p:txBody>
      </p:sp>
      <p:sp>
        <p:nvSpPr>
          <p:cNvPr id="2" name="Title 1">
            <a:extLst>
              <a:ext uri="{FF2B5EF4-FFF2-40B4-BE49-F238E27FC236}">
                <a16:creationId xmlns:a16="http://schemas.microsoft.com/office/drawing/2014/main" id="{351C1D24-BECF-A424-4644-E9D9D433F50E}"/>
              </a:ext>
            </a:extLst>
          </p:cNvPr>
          <p:cNvSpPr>
            <a:spLocks noGrp="1"/>
          </p:cNvSpPr>
          <p:nvPr>
            <p:ph type="title"/>
          </p:nvPr>
        </p:nvSpPr>
        <p:spPr>
          <a:xfrm>
            <a:off x="457200" y="2390819"/>
            <a:ext cx="7810107" cy="997196"/>
          </a:xfrm>
        </p:spPr>
        <p:txBody>
          <a:bodyPr wrap="square" lIns="0" tIns="0" rIns="0" bIns="0" anchor="t">
            <a:spAutoFit/>
          </a:bodyPr>
          <a:lstStyle/>
          <a:p>
            <a:r>
              <a:rPr lang="en-US" err="1">
                <a:latin typeface="Georgia"/>
              </a:rPr>
              <a:t>Estab</a:t>
            </a:r>
            <a:r>
              <a:rPr lang="en-US">
                <a:latin typeface="Georgia"/>
              </a:rPr>
              <a:t xml:space="preserve">: </a:t>
            </a:r>
            <a:br>
              <a:rPr lang="en-US"/>
            </a:br>
            <a:r>
              <a:rPr lang="en-US">
                <a:latin typeface="Georgia"/>
              </a:rPr>
              <a:t>What’s important week of April 27</a:t>
            </a:r>
            <a:endParaRPr lang="en-US"/>
          </a:p>
        </p:txBody>
      </p:sp>
    </p:spTree>
    <p:custDataLst>
      <p:tags r:id="rId1"/>
    </p:custDataLst>
    <p:extLst>
      <p:ext uri="{BB962C8B-B14F-4D97-AF65-F5344CB8AC3E}">
        <p14:creationId xmlns:p14="http://schemas.microsoft.com/office/powerpoint/2010/main" val="41170382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31BF0-706B-6F04-3E7D-F84BF15D656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6B05E4C-23C5-EFC8-49F1-D26E26AF259A}"/>
              </a:ext>
            </a:extLst>
          </p:cNvPr>
          <p:cNvSpPr/>
          <p:nvPr/>
        </p:nvSpPr>
        <p:spPr>
          <a:xfrm>
            <a:off x="467989" y="1134873"/>
            <a:ext cx="11313886" cy="4790704"/>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2" name="Title 1">
            <a:extLst>
              <a:ext uri="{FF2B5EF4-FFF2-40B4-BE49-F238E27FC236}">
                <a16:creationId xmlns:a16="http://schemas.microsoft.com/office/drawing/2014/main" id="{D490A2F9-13BB-0CC3-801B-67B0CAE0D454}"/>
              </a:ext>
            </a:extLst>
          </p:cNvPr>
          <p:cNvSpPr>
            <a:spLocks noGrp="1"/>
          </p:cNvSpPr>
          <p:nvPr>
            <p:ph type="title"/>
          </p:nvPr>
        </p:nvSpPr>
        <p:spPr>
          <a:xfrm>
            <a:off x="626269" y="493776"/>
            <a:ext cx="10939462" cy="804672"/>
          </a:xfrm>
        </p:spPr>
        <p:txBody>
          <a:bodyPr lIns="91440" tIns="45720" rIns="91440" bIns="45720" anchor="t"/>
          <a:lstStyle/>
          <a:p>
            <a:r>
              <a:rPr lang="en-IN" dirty="0"/>
              <a:t>May 2026 Variable Annuity &amp; VUL Platform Changes</a:t>
            </a:r>
            <a:endParaRPr lang="en-US" dirty="0"/>
          </a:p>
        </p:txBody>
      </p:sp>
      <p:sp>
        <p:nvSpPr>
          <p:cNvPr id="33" name="Rectangle 32">
            <a:extLst>
              <a:ext uri="{FF2B5EF4-FFF2-40B4-BE49-F238E27FC236}">
                <a16:creationId xmlns:a16="http://schemas.microsoft.com/office/drawing/2014/main" id="{0DB92B26-5D21-0C1A-378C-F1B9FEA99262}"/>
              </a:ext>
            </a:extLst>
          </p:cNvPr>
          <p:cNvSpPr>
            <a:spLocks/>
          </p:cNvSpPr>
          <p:nvPr/>
        </p:nvSpPr>
        <p:spPr>
          <a:xfrm>
            <a:off x="467988" y="1134873"/>
            <a:ext cx="11313886" cy="4821427"/>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Slide Number Placeholder 50">
            <a:extLst>
              <a:ext uri="{FF2B5EF4-FFF2-40B4-BE49-F238E27FC236}">
                <a16:creationId xmlns:a16="http://schemas.microsoft.com/office/drawing/2014/main" id="{A6949909-690A-1065-ABCC-E93A58245A70}"/>
              </a:ext>
            </a:extLst>
          </p:cNvPr>
          <p:cNvSpPr>
            <a:spLocks noGrp="1"/>
          </p:cNvSpPr>
          <p:nvPr>
            <p:ph type="sldNum" sz="quarter" idx="10"/>
          </p:nvPr>
        </p:nvSpPr>
        <p:spPr/>
        <p:txBody>
          <a:bodyPr/>
          <a:lstStyle/>
          <a:p>
            <a:fld id="{A1371F83-EA4D-3B47-99B9-95D90583DC1D}" type="slidenum">
              <a:rPr lang="en-US" smtClean="0"/>
              <a:pPr/>
              <a:t>14</a:t>
            </a:fld>
            <a:endParaRPr lang="en-US"/>
          </a:p>
        </p:txBody>
      </p:sp>
      <p:sp>
        <p:nvSpPr>
          <p:cNvPr id="27" name="TextBox 26">
            <a:extLst>
              <a:ext uri="{FF2B5EF4-FFF2-40B4-BE49-F238E27FC236}">
                <a16:creationId xmlns:a16="http://schemas.microsoft.com/office/drawing/2014/main" id="{531F0901-E6D8-8CE7-8353-7343B0C490F2}"/>
              </a:ext>
            </a:extLst>
          </p:cNvPr>
          <p:cNvSpPr txBox="1"/>
          <p:nvPr/>
        </p:nvSpPr>
        <p:spPr>
          <a:xfrm>
            <a:off x="10731659" y="5196060"/>
            <a:ext cx="778072" cy="184666"/>
          </a:xfrm>
          <a:prstGeom prst="rect">
            <a:avLst/>
          </a:prstGeom>
          <a:noFill/>
        </p:spPr>
        <p:txBody>
          <a:bodyPr wrap="square" lIns="0" tIns="0" rIns="0" bIns="0" anchor="t">
            <a:spAutoFit/>
          </a:bodyPr>
          <a:lstStyle/>
          <a:p>
            <a:pPr lvl="0" algn="ctr"/>
            <a:r>
              <a:rPr lang="en-US" sz="1200"/>
              <a:t>.</a:t>
            </a:r>
          </a:p>
        </p:txBody>
      </p:sp>
      <p:graphicFrame>
        <p:nvGraphicFramePr>
          <p:cNvPr id="5" name="Table 4">
            <a:extLst>
              <a:ext uri="{FF2B5EF4-FFF2-40B4-BE49-F238E27FC236}">
                <a16:creationId xmlns:a16="http://schemas.microsoft.com/office/drawing/2014/main" id="{2A34D59B-ABFA-5F4A-04AC-F5A3833348E2}"/>
              </a:ext>
            </a:extLst>
          </p:cNvPr>
          <p:cNvGraphicFramePr>
            <a:graphicFrameLocks noGrp="1"/>
          </p:cNvGraphicFramePr>
          <p:nvPr>
            <p:extLst>
              <p:ext uri="{D42A27DB-BD31-4B8C-83A1-F6EECF244321}">
                <p14:modId xmlns:p14="http://schemas.microsoft.com/office/powerpoint/2010/main" val="3373924845"/>
              </p:ext>
            </p:extLst>
          </p:nvPr>
        </p:nvGraphicFramePr>
        <p:xfrm>
          <a:off x="509190" y="1190899"/>
          <a:ext cx="11214820" cy="3903681"/>
        </p:xfrm>
        <a:graphic>
          <a:graphicData uri="http://schemas.openxmlformats.org/drawingml/2006/table">
            <a:tbl>
              <a:tblPr/>
              <a:tblGrid>
                <a:gridCol w="2803705">
                  <a:extLst>
                    <a:ext uri="{9D8B030D-6E8A-4147-A177-3AD203B41FA5}">
                      <a16:colId xmlns:a16="http://schemas.microsoft.com/office/drawing/2014/main" val="1898782859"/>
                    </a:ext>
                  </a:extLst>
                </a:gridCol>
                <a:gridCol w="2803705">
                  <a:extLst>
                    <a:ext uri="{9D8B030D-6E8A-4147-A177-3AD203B41FA5}">
                      <a16:colId xmlns:a16="http://schemas.microsoft.com/office/drawing/2014/main" val="3444260019"/>
                    </a:ext>
                  </a:extLst>
                </a:gridCol>
                <a:gridCol w="2803705">
                  <a:extLst>
                    <a:ext uri="{9D8B030D-6E8A-4147-A177-3AD203B41FA5}">
                      <a16:colId xmlns:a16="http://schemas.microsoft.com/office/drawing/2014/main" val="2898878778"/>
                    </a:ext>
                  </a:extLst>
                </a:gridCol>
                <a:gridCol w="2803705">
                  <a:extLst>
                    <a:ext uri="{9D8B030D-6E8A-4147-A177-3AD203B41FA5}">
                      <a16:colId xmlns:a16="http://schemas.microsoft.com/office/drawing/2014/main" val="3070483319"/>
                    </a:ext>
                  </a:extLst>
                </a:gridCol>
              </a:tblGrid>
              <a:tr h="375067">
                <a:tc>
                  <a:txBody>
                    <a:bodyPr/>
                    <a:lstStyle/>
                    <a:p>
                      <a:pPr fontAlgn="t">
                        <a:lnSpc>
                          <a:spcPts val="1500"/>
                        </a:lnSpc>
                        <a:buNone/>
                      </a:pPr>
                      <a:r>
                        <a:rPr lang="en-US" sz="1200" b="1" i="0" dirty="0">
                          <a:solidFill>
                            <a:schemeClr val="bg1"/>
                          </a:solidFill>
                          <a:effectLst/>
                          <a:latin typeface="+mn-lt"/>
                        </a:rPr>
                        <a:t>New Investment Options (as of 5/1/2026)</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buNone/>
                      </a:pPr>
                      <a:r>
                        <a:rPr lang="en-US" sz="1200" b="1" dirty="0">
                          <a:solidFill>
                            <a:schemeClr val="bg1"/>
                          </a:solidFill>
                          <a:effectLst/>
                          <a:latin typeface="+mn-lt"/>
                        </a:rPr>
                        <a:t>Asset Class</a:t>
                      </a:r>
                      <a:endParaRPr lang="en-US" sz="1200" dirty="0">
                        <a:solidFill>
                          <a:schemeClr val="bg1"/>
                        </a:solidFill>
                        <a:effectLst/>
                        <a:latin typeface="+mn-lt"/>
                      </a:endParaRP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buNone/>
                      </a:pPr>
                      <a:r>
                        <a:rPr lang="en-US" sz="1200" b="1">
                          <a:solidFill>
                            <a:schemeClr val="bg1"/>
                          </a:solidFill>
                          <a:effectLst/>
                          <a:latin typeface="+mn-lt"/>
                        </a:rPr>
                        <a:t>Morningstar Rating Overall¹</a:t>
                      </a:r>
                      <a:endParaRPr lang="en-US" sz="1200">
                        <a:solidFill>
                          <a:schemeClr val="bg1"/>
                        </a:solidFill>
                        <a:effectLst/>
                        <a:latin typeface="+mn-lt"/>
                      </a:endParaRP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buNone/>
                      </a:pPr>
                      <a:r>
                        <a:rPr lang="en-US" sz="1200" b="1" dirty="0">
                          <a:solidFill>
                            <a:schemeClr val="bg1"/>
                          </a:solidFill>
                          <a:effectLst/>
                          <a:latin typeface="+mn-lt"/>
                        </a:rPr>
                        <a:t>Investment Category (IPR 5.0, IPR‑Advisory)</a:t>
                      </a:r>
                      <a:endParaRPr lang="en-US" sz="1200" dirty="0">
                        <a:solidFill>
                          <a:schemeClr val="bg1"/>
                        </a:solidFill>
                        <a:effectLst/>
                        <a:latin typeface="+mn-lt"/>
                      </a:endParaRP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537291359"/>
                  </a:ext>
                </a:extLst>
              </a:tr>
              <a:tr h="375067">
                <a:tc>
                  <a:txBody>
                    <a:bodyPr/>
                    <a:lstStyle/>
                    <a:p>
                      <a:pPr>
                        <a:buNone/>
                      </a:pPr>
                      <a:r>
                        <a:rPr lang="en-US" sz="1200">
                          <a:effectLst/>
                        </a:rPr>
                        <a:t>American Funds IS Growth‑Income Fund</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US" sz="1200" dirty="0">
                          <a:effectLst/>
                        </a:rPr>
                        <a:t>US Large Cap Blend</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US" sz="1200">
                          <a:effectLst/>
                        </a:rPr>
                        <a:t>★★★★</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US" sz="1200">
                          <a:effectLst/>
                        </a:rPr>
                        <a:t>B (Large Cap Equity)</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877612953"/>
                  </a:ext>
                </a:extLst>
              </a:tr>
              <a:tr h="535810">
                <a:tc>
                  <a:txBody>
                    <a:bodyPr/>
                    <a:lstStyle/>
                    <a:p>
                      <a:pPr>
                        <a:buNone/>
                      </a:pPr>
                      <a:r>
                        <a:rPr lang="en-US" sz="1200">
                          <a:effectLst/>
                        </a:rPr>
                        <a:t>Columbia Variable Portfolio Small Company Growth Fund</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US" sz="1200" dirty="0">
                          <a:effectLst/>
                        </a:rPr>
                        <a:t>US Small Cap Growth</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US" sz="1200" dirty="0">
                          <a:effectLst/>
                        </a:rPr>
                        <a:t>★★★★</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US" sz="1200" dirty="0">
                          <a:effectLst/>
                        </a:rPr>
                        <a:t>C (Small/Mid Cap Equity)</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28553521"/>
                  </a:ext>
                </a:extLst>
              </a:tr>
              <a:tr h="535810">
                <a:tc>
                  <a:txBody>
                    <a:bodyPr/>
                    <a:lstStyle/>
                    <a:p>
                      <a:pPr>
                        <a:buNone/>
                      </a:pPr>
                      <a:r>
                        <a:rPr lang="en-US" sz="1200" dirty="0">
                          <a:effectLst/>
                        </a:rPr>
                        <a:t>Fidelity VIP International Capital Appreciation Portfolio</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US" sz="1200">
                          <a:effectLst/>
                        </a:rPr>
                        <a:t>Foreign Large Growth</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US" sz="1200">
                          <a:effectLst/>
                        </a:rPr>
                        <a:t>★★★★</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US" sz="1200">
                          <a:effectLst/>
                        </a:rPr>
                        <a:t>C (International/Global Equity)</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43857508"/>
                  </a:ext>
                </a:extLst>
              </a:tr>
              <a:tr h="535810">
                <a:tc>
                  <a:txBody>
                    <a:bodyPr/>
                    <a:lstStyle/>
                    <a:p>
                      <a:pPr>
                        <a:buNone/>
                      </a:pPr>
                      <a:r>
                        <a:rPr lang="en-US" sz="1200" dirty="0">
                          <a:effectLst/>
                        </a:rPr>
                        <a:t>Franklin Gold and Precious Metals VIP Fund</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US" sz="1200" dirty="0">
                          <a:effectLst/>
                        </a:rPr>
                        <a:t>Equity Precious Metals</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US" sz="1200" dirty="0">
                          <a:effectLst/>
                        </a:rPr>
                        <a:t>★★★★</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US" sz="1200" dirty="0">
                          <a:effectLst/>
                        </a:rPr>
                        <a:t>C (Sector)</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344301313"/>
                  </a:ext>
                </a:extLst>
              </a:tr>
              <a:tr h="535810">
                <a:tc>
                  <a:txBody>
                    <a:bodyPr/>
                    <a:lstStyle/>
                    <a:p>
                      <a:pPr>
                        <a:buNone/>
                      </a:pPr>
                      <a:r>
                        <a:rPr lang="en-US" sz="1200">
                          <a:effectLst/>
                        </a:rPr>
                        <a:t>Goldman Sachs VIT International Equity Insights Fund</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US" sz="1200">
                          <a:effectLst/>
                        </a:rPr>
                        <a:t>Foreign Large Blend</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US" sz="1200" dirty="0">
                          <a:effectLst/>
                        </a:rPr>
                        <a:t>★★★★</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US" sz="1200" dirty="0">
                          <a:effectLst/>
                        </a:rPr>
                        <a:t>C (International/Global Equity)</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912291780"/>
                  </a:ext>
                </a:extLst>
              </a:tr>
              <a:tr h="535810">
                <a:tc>
                  <a:txBody>
                    <a:bodyPr/>
                    <a:lstStyle/>
                    <a:p>
                      <a:pPr>
                        <a:buNone/>
                      </a:pPr>
                      <a:r>
                        <a:rPr lang="en-US" sz="1200">
                          <a:effectLst/>
                        </a:rPr>
                        <a:t>Lord Abbett Series Fund, Inc. – Short Duration Income Portfolio</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US" sz="1200">
                          <a:effectLst/>
                        </a:rPr>
                        <a:t>US Short Term Bond</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US" sz="1200">
                          <a:effectLst/>
                        </a:rPr>
                        <a:t>★★★★</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US" sz="1200" dirty="0">
                          <a:effectLst/>
                        </a:rPr>
                        <a:t>A (Investment Grade Bond)</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128223182"/>
                  </a:ext>
                </a:extLst>
              </a:tr>
              <a:tr h="375067">
                <a:tc>
                  <a:txBody>
                    <a:bodyPr/>
                    <a:lstStyle/>
                    <a:p>
                      <a:pPr>
                        <a:buNone/>
                      </a:pPr>
                      <a:r>
                        <a:rPr lang="en-US" sz="1200" dirty="0">
                          <a:effectLst/>
                        </a:rPr>
                        <a:t>Voya Intermediate Bond Portfolio</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US" sz="1200" dirty="0">
                          <a:effectLst/>
                        </a:rPr>
                        <a:t>US Intermediate Core‑Plus Bond</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US" sz="1200">
                          <a:effectLst/>
                        </a:rPr>
                        <a:t>★★★</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US" sz="1200" dirty="0">
                          <a:effectLst/>
                        </a:rPr>
                        <a:t>A (Investment Grade Bond)</a:t>
                      </a:r>
                    </a:p>
                  </a:txBody>
                  <a:tcPr marL="51402" marR="51402" marT="25701" marB="25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04553609"/>
                  </a:ext>
                </a:extLst>
              </a:tr>
            </a:tbl>
          </a:graphicData>
        </a:graphic>
      </p:graphicFrame>
      <p:sp>
        <p:nvSpPr>
          <p:cNvPr id="8" name="TextBox 7">
            <a:extLst>
              <a:ext uri="{FF2B5EF4-FFF2-40B4-BE49-F238E27FC236}">
                <a16:creationId xmlns:a16="http://schemas.microsoft.com/office/drawing/2014/main" id="{C5DDCE4E-16F4-7D92-136A-ED41166DEB99}"/>
              </a:ext>
            </a:extLst>
          </p:cNvPr>
          <p:cNvSpPr txBox="1"/>
          <p:nvPr/>
        </p:nvSpPr>
        <p:spPr>
          <a:xfrm>
            <a:off x="467987" y="5120308"/>
            <a:ext cx="11313888" cy="830997"/>
          </a:xfrm>
          <a:prstGeom prst="rect">
            <a:avLst/>
          </a:prstGeom>
          <a:noFill/>
        </p:spPr>
        <p:txBody>
          <a:bodyPr wrap="square">
            <a:spAutoFit/>
          </a:bodyPr>
          <a:lstStyle/>
          <a:p>
            <a:pPr marL="171450" indent="-171450">
              <a:buFont typeface="Arial" panose="020B0604020202020204" pitchFamily="34" charset="0"/>
              <a:buChar char="•"/>
            </a:pPr>
            <a:r>
              <a:rPr lang="en-US" sz="1200" dirty="0"/>
              <a:t>A fund’s Overall Morningstar star rating may differ from its 3‑year, 5‑year, and 10‑year component ratings. Past performance is no guarantee of future results.</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ea typeface="Geneva"/>
                <a:cs typeface="Arial"/>
              </a:rPr>
              <a:t>On May 1, 2026, seven new funds will be added to the Variable Annuities (VA) and Variable Universal Life (VUL) investment platforms.  In addition, one fund will soft-close, another will undergo a reorganization, and several funds will change their names. </a:t>
            </a:r>
            <a:endParaRPr lang="en-US" sz="1200" dirty="0">
              <a:cs typeface="Arial"/>
            </a:endParaRPr>
          </a:p>
        </p:txBody>
      </p:sp>
    </p:spTree>
    <p:custDataLst>
      <p:tags r:id="rId1"/>
    </p:custDataLst>
    <p:extLst>
      <p:ext uri="{BB962C8B-B14F-4D97-AF65-F5344CB8AC3E}">
        <p14:creationId xmlns:p14="http://schemas.microsoft.com/office/powerpoint/2010/main" val="26216617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D4757F-A3BB-EAF7-80FD-0DA192D5B250}"/>
              </a:ext>
            </a:extLst>
          </p:cNvPr>
          <p:cNvSpPr>
            <a:spLocks noGrp="1"/>
          </p:cNvSpPr>
          <p:nvPr>
            <p:ph type="sldNum" sz="quarter" idx="10"/>
          </p:nvPr>
        </p:nvSpPr>
        <p:spPr/>
        <p:txBody>
          <a:bodyPr/>
          <a:lstStyle/>
          <a:p>
            <a:fld id="{A1371F83-EA4D-3B47-99B9-95D90583DC1D}" type="slidenum">
              <a:rPr lang="en-US" smtClean="0"/>
              <a:t>15</a:t>
            </a:fld>
            <a:endParaRPr lang="en-US"/>
          </a:p>
        </p:txBody>
      </p:sp>
    </p:spTree>
    <p:custDataLst>
      <p:tags r:id="rId1"/>
    </p:custDataLst>
    <p:extLst>
      <p:ext uri="{BB962C8B-B14F-4D97-AF65-F5344CB8AC3E}">
        <p14:creationId xmlns:p14="http://schemas.microsoft.com/office/powerpoint/2010/main" val="2498404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468FF"/>
        </a:solidFill>
        <a:effectLst/>
      </p:bgPr>
    </p:bg>
    <p:spTree>
      <p:nvGrpSpPr>
        <p:cNvPr id="1" name=""/>
        <p:cNvGrpSpPr/>
        <p:nvPr/>
      </p:nvGrpSpPr>
      <p:grpSpPr>
        <a:xfrm>
          <a:off x="0" y="0"/>
          <a:ext cx="0" cy="0"/>
          <a:chOff x="0" y="0"/>
          <a:chExt cx="0" cy="0"/>
        </a:xfrm>
      </p:grpSpPr>
      <p:sp>
        <p:nvSpPr>
          <p:cNvPr id="2" name="Text 0"/>
          <p:cNvSpPr/>
          <p:nvPr/>
        </p:nvSpPr>
        <p:spPr>
          <a:xfrm>
            <a:off x="2171141" y="2392761"/>
            <a:ext cx="7849719" cy="853281"/>
          </a:xfrm>
          <a:prstGeom prst="rect">
            <a:avLst/>
          </a:prstGeom>
          <a:noFill/>
          <a:ln/>
        </p:spPr>
        <p:txBody>
          <a:bodyPr wrap="square" lIns="0" tIns="0" rIns="0" bIns="0" rtlCol="0" anchor="t"/>
          <a:lstStyle/>
          <a:p>
            <a:pPr algn="ctr" defTabSz="1219170">
              <a:lnSpc>
                <a:spcPts val="6720"/>
              </a:lnSpc>
            </a:pPr>
            <a:r>
              <a:rPr lang="en-US" sz="5600" b="1" dirty="0">
                <a:solidFill>
                  <a:srgbClr val="FFFFFF"/>
                </a:solidFill>
                <a:latin typeface="Arial" pitchFamily="34" charset="0"/>
                <a:ea typeface="Arial" pitchFamily="34" charset="-122"/>
                <a:cs typeface="Arial" pitchFamily="34" charset="-120"/>
              </a:rPr>
              <a:t>Market Week Overview</a:t>
            </a:r>
            <a:endParaRPr lang="en-US" sz="5600" dirty="0">
              <a:solidFill>
                <a:prstClr val="black"/>
              </a:solidFill>
              <a:latin typeface="Calibri" panose="020F0502020204030204"/>
            </a:endParaRPr>
          </a:p>
        </p:txBody>
      </p:sp>
      <p:sp>
        <p:nvSpPr>
          <p:cNvPr id="3" name="Text 1"/>
          <p:cNvSpPr/>
          <p:nvPr/>
        </p:nvSpPr>
        <p:spPr>
          <a:xfrm>
            <a:off x="4463596" y="3550840"/>
            <a:ext cx="3264611" cy="355600"/>
          </a:xfrm>
          <a:prstGeom prst="rect">
            <a:avLst/>
          </a:prstGeom>
          <a:noFill/>
          <a:ln/>
        </p:spPr>
        <p:txBody>
          <a:bodyPr wrap="square" lIns="0" tIns="0" rIns="0" bIns="0" rtlCol="0" anchor="t"/>
          <a:lstStyle/>
          <a:p>
            <a:pPr algn="ctr" defTabSz="1219170">
              <a:lnSpc>
                <a:spcPts val="2800"/>
              </a:lnSpc>
            </a:pPr>
            <a:r>
              <a:rPr lang="en-US" sz="2000" dirty="0">
                <a:solidFill>
                  <a:srgbClr val="FFFFFF"/>
                </a:solidFill>
                <a:latin typeface="Arial" pitchFamily="34" charset="0"/>
                <a:ea typeface="Arial" pitchFamily="34" charset="-122"/>
                <a:cs typeface="Arial" pitchFamily="34" charset="-120"/>
              </a:rPr>
              <a:t>Week Ending May 1, 2026</a:t>
            </a:r>
            <a:endParaRPr lang="en-US" sz="2000" dirty="0">
              <a:solidFill>
                <a:prstClr val="black"/>
              </a:solidFill>
              <a:latin typeface="Calibri" panose="020F0502020204030204"/>
            </a:endParaRPr>
          </a:p>
        </p:txBody>
      </p:sp>
      <p:sp>
        <p:nvSpPr>
          <p:cNvPr id="4" name="Text 2"/>
          <p:cNvSpPr/>
          <p:nvPr/>
        </p:nvSpPr>
        <p:spPr>
          <a:xfrm>
            <a:off x="4276370" y="4109640"/>
            <a:ext cx="3639061" cy="355600"/>
          </a:xfrm>
          <a:prstGeom prst="rect">
            <a:avLst/>
          </a:prstGeom>
          <a:noFill/>
          <a:ln/>
        </p:spPr>
        <p:txBody>
          <a:bodyPr wrap="square" lIns="0" tIns="0" rIns="0" bIns="0" rtlCol="0" anchor="t"/>
          <a:lstStyle/>
          <a:p>
            <a:pPr algn="ctr" defTabSz="1219170">
              <a:lnSpc>
                <a:spcPts val="2800"/>
              </a:lnSpc>
            </a:pPr>
            <a:r>
              <a:rPr lang="en-US" sz="2000" dirty="0">
                <a:solidFill>
                  <a:srgbClr val="FFFFFF"/>
                </a:solidFill>
                <a:latin typeface="Arial" pitchFamily="34" charset="0"/>
                <a:ea typeface="Arial" pitchFamily="34" charset="-122"/>
                <a:cs typeface="Arial" pitchFamily="34" charset="-120"/>
              </a:rPr>
              <a:t>Week Ahead: May 4-8, 2026</a:t>
            </a:r>
            <a:endParaRPr lang="en-US" sz="2000" dirty="0">
              <a:solidFill>
                <a:prstClr val="black"/>
              </a:solidFill>
              <a:latin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1"/>
            <a:ext cx="10777728" cy="548481"/>
          </a:xfrm>
          <a:prstGeom prst="rect">
            <a:avLst/>
          </a:prstGeom>
          <a:noFill/>
          <a:ln/>
        </p:spPr>
        <p:txBody>
          <a:bodyPr wrap="square" lIns="0" tIns="0" rIns="0" bIns="0" rtlCol="0" anchor="t"/>
          <a:lstStyle/>
          <a:p>
            <a:pPr>
              <a:lnSpc>
                <a:spcPts val="4320"/>
              </a:lnSpc>
            </a:pPr>
            <a:r>
              <a:rPr lang="en-US" sz="3600" b="1" dirty="0">
                <a:solidFill>
                  <a:srgbClr val="0468FF"/>
                </a:solidFill>
                <a:latin typeface="Arial" pitchFamily="34" charset="0"/>
                <a:ea typeface="Arial" pitchFamily="34" charset="-122"/>
                <a:cs typeface="Arial" pitchFamily="34" charset="-120"/>
              </a:rPr>
              <a:t>Week in Review: U.S. Markets Overview</a:t>
            </a:r>
            <a:endParaRPr lang="en-US" sz="3600" dirty="0"/>
          </a:p>
        </p:txBody>
      </p:sp>
      <p:sp>
        <p:nvSpPr>
          <p:cNvPr id="3" name="Text 1"/>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dirty="0">
                <a:solidFill>
                  <a:srgbClr val="000962"/>
                </a:solidFill>
                <a:latin typeface="Arial" pitchFamily="34" charset="0"/>
                <a:ea typeface="Arial" pitchFamily="34" charset="-122"/>
                <a:cs typeface="Arial" pitchFamily="34" charset="-120"/>
              </a:rPr>
              <a:t>Market Performance (April 27 – May 1, 2026)</a:t>
            </a:r>
            <a:endParaRPr lang="en-US" dirty="0"/>
          </a:p>
        </p:txBody>
      </p:sp>
      <p:sp>
        <p:nvSpPr>
          <p:cNvPr id="4" name="Text 2"/>
          <p:cNvSpPr/>
          <p:nvPr/>
        </p:nvSpPr>
        <p:spPr>
          <a:xfrm>
            <a:off x="1219200" y="2189163"/>
            <a:ext cx="10160000" cy="2102644"/>
          </a:xfrm>
          <a:prstGeom prst="rect">
            <a:avLst/>
          </a:prstGeom>
          <a:noFill/>
          <a:ln/>
        </p:spPr>
        <p:txBody>
          <a:bodyPr wrap="square" lIns="0" tIns="0" rIns="0" bIns="0" rtlCol="0" anchor="t"/>
          <a:lstStyle/>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S&amp;P 500:</a:t>
            </a:r>
            <a:r>
              <a:rPr lang="en-US" dirty="0">
                <a:solidFill>
                  <a:srgbClr val="000962"/>
                </a:solidFill>
                <a:latin typeface="Arial" pitchFamily="34" charset="0"/>
                <a:ea typeface="Arial" pitchFamily="34" charset="-122"/>
                <a:cs typeface="Arial" pitchFamily="34" charset="-120"/>
              </a:rPr>
              <a:t xml:space="preserve"> +0.9% for the week to 7,230 — 7 record highs in April; best monthly gain since Nov 2020 (+10%)</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Dow Jones:</a:t>
            </a:r>
            <a:r>
              <a:rPr lang="en-US" dirty="0">
                <a:solidFill>
                  <a:srgbClr val="000962"/>
                </a:solidFill>
                <a:latin typeface="Arial" pitchFamily="34" charset="0"/>
                <a:ea typeface="Arial" pitchFamily="34" charset="-122"/>
                <a:cs typeface="Arial" pitchFamily="34" charset="-120"/>
              </a:rPr>
              <a:t xml:space="preserve"> Closed at 49,499; best monthly performance since November 2024</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Nasdaq Composite:</a:t>
            </a:r>
            <a:r>
              <a:rPr lang="en-US" dirty="0">
                <a:solidFill>
                  <a:srgbClr val="000962"/>
                </a:solidFill>
                <a:latin typeface="Arial" pitchFamily="34" charset="0"/>
                <a:ea typeface="Arial" pitchFamily="34" charset="-122"/>
                <a:cs typeface="Arial" pitchFamily="34" charset="-120"/>
              </a:rPr>
              <a:t xml:space="preserve"> Surged to 25,114 — first-ever close above 25,000 (new all-time high)</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Russell 2000:</a:t>
            </a:r>
            <a:r>
              <a:rPr lang="en-US" dirty="0">
                <a:solidFill>
                  <a:srgbClr val="000962"/>
                </a:solidFill>
                <a:latin typeface="Arial" pitchFamily="34" charset="0"/>
                <a:ea typeface="Arial" pitchFamily="34" charset="-122"/>
                <a:cs typeface="Arial" pitchFamily="34" charset="-120"/>
              </a:rPr>
              <a:t xml:space="preserve"> 2,813 — near 52-week high; small caps holding strong</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VIX:</a:t>
            </a:r>
            <a:r>
              <a:rPr lang="en-US" dirty="0">
                <a:solidFill>
                  <a:srgbClr val="000962"/>
                </a:solidFill>
                <a:latin typeface="Arial" pitchFamily="34" charset="0"/>
                <a:ea typeface="Arial" pitchFamily="34" charset="-122"/>
                <a:cs typeface="Arial" pitchFamily="34" charset="-120"/>
              </a:rPr>
              <a:t xml:space="preserve"> 16.99 — calm; well below fear threshold (market confidence high)</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Oil (WTI):</a:t>
            </a:r>
            <a:r>
              <a:rPr lang="en-US" dirty="0">
                <a:solidFill>
                  <a:srgbClr val="000962"/>
                </a:solidFill>
                <a:latin typeface="Arial" pitchFamily="34" charset="0"/>
                <a:ea typeface="Arial" pitchFamily="34" charset="-122"/>
                <a:cs typeface="Arial" pitchFamily="34" charset="-120"/>
              </a:rPr>
              <a:t xml:space="preserve"> $103.27/barrel — fell ~2% Friday on U.S.-Iran peace progress signals</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1"/>
            <a:ext cx="10777728" cy="548481"/>
          </a:xfrm>
          <a:prstGeom prst="rect">
            <a:avLst/>
          </a:prstGeom>
          <a:noFill/>
          <a:ln/>
        </p:spPr>
        <p:txBody>
          <a:bodyPr wrap="square" lIns="0" tIns="0" rIns="0" bIns="0" rtlCol="0" anchor="t"/>
          <a:lstStyle/>
          <a:p>
            <a:pPr>
              <a:lnSpc>
                <a:spcPts val="4320"/>
              </a:lnSpc>
            </a:pPr>
            <a:r>
              <a:rPr lang="en-US" sz="3600" b="1" dirty="0">
                <a:solidFill>
                  <a:srgbClr val="0468FF"/>
                </a:solidFill>
                <a:latin typeface="Arial" pitchFamily="34" charset="0"/>
                <a:ea typeface="Arial" pitchFamily="34" charset="-122"/>
                <a:cs typeface="Arial" pitchFamily="34" charset="-120"/>
              </a:rPr>
              <a:t>Key Market Drivers Last Week</a:t>
            </a:r>
            <a:endParaRPr lang="en-US" sz="3600" dirty="0"/>
          </a:p>
        </p:txBody>
      </p:sp>
      <p:sp>
        <p:nvSpPr>
          <p:cNvPr id="3" name="Text 1"/>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dirty="0">
                <a:solidFill>
                  <a:srgbClr val="000962"/>
                </a:solidFill>
                <a:latin typeface="Arial" pitchFamily="34" charset="0"/>
                <a:ea typeface="Arial" pitchFamily="34" charset="-122"/>
                <a:cs typeface="Arial" pitchFamily="34" charset="-120"/>
              </a:rPr>
              <a:t>Earnings Power, GDP Miss &amp; PCE Inflation Surprise</a:t>
            </a:r>
            <a:endParaRPr lang="en-US" dirty="0"/>
          </a:p>
        </p:txBody>
      </p:sp>
      <p:sp>
        <p:nvSpPr>
          <p:cNvPr id="4" name="Text 2"/>
          <p:cNvSpPr/>
          <p:nvPr/>
        </p:nvSpPr>
        <p:spPr>
          <a:xfrm>
            <a:off x="1219200" y="2189163"/>
            <a:ext cx="10160000" cy="2102644"/>
          </a:xfrm>
          <a:prstGeom prst="rect">
            <a:avLst/>
          </a:prstGeom>
          <a:noFill/>
          <a:ln/>
        </p:spPr>
        <p:txBody>
          <a:bodyPr wrap="square" lIns="0" tIns="0" rIns="0" bIns="0" rtlCol="0" anchor="t"/>
          <a:lstStyle/>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Q1 Earnings Blowout:</a:t>
            </a:r>
            <a:r>
              <a:rPr lang="en-US" dirty="0">
                <a:solidFill>
                  <a:srgbClr val="000962"/>
                </a:solidFill>
                <a:latin typeface="Arial" pitchFamily="34" charset="0"/>
                <a:ea typeface="Arial" pitchFamily="34" charset="-122"/>
                <a:cs typeface="Arial" pitchFamily="34" charset="-120"/>
              </a:rPr>
              <a:t xml:space="preserve"> 27.1% blended earnings growth — highest since Q4 2021; 84% of S&amp;P 500 beat EPS estimates; 63% have reported</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Mega-Cap Tech Dominates:</a:t>
            </a:r>
            <a:r>
              <a:rPr lang="en-US" dirty="0">
                <a:solidFill>
                  <a:srgbClr val="000962"/>
                </a:solidFill>
                <a:latin typeface="Arial" pitchFamily="34" charset="0"/>
                <a:ea typeface="Arial" pitchFamily="34" charset="-122"/>
                <a:cs typeface="Arial" pitchFamily="34" charset="-120"/>
              </a:rPr>
              <a:t xml:space="preserve"> Alphabet EPS $5.11 vs. $2.68 est.; Meta EPS $10.44 vs. $6.67 est.; Apple beat with record services revenue of $30.98B</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Q1 GDP: 2.0%:</a:t>
            </a:r>
            <a:r>
              <a:rPr lang="en-US" dirty="0">
                <a:solidFill>
                  <a:srgbClr val="000962"/>
                </a:solidFill>
                <a:latin typeface="Arial" pitchFamily="34" charset="0"/>
                <a:ea typeface="Arial" pitchFamily="34" charset="-122"/>
                <a:cs typeface="Arial" pitchFamily="34" charset="-120"/>
              </a:rPr>
              <a:t xml:space="preserve"> Missed 2.3% consensus but rebounded sharply from Q4 2025’s 0.5%; AI investment and government spending lifted growth</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PCE Inflation Shock:</a:t>
            </a:r>
            <a:r>
              <a:rPr lang="en-US" dirty="0">
                <a:solidFill>
                  <a:srgbClr val="000962"/>
                </a:solidFill>
                <a:latin typeface="Arial" pitchFamily="34" charset="0"/>
                <a:ea typeface="Arial" pitchFamily="34" charset="-122"/>
                <a:cs typeface="Arial" pitchFamily="34" charset="-120"/>
              </a:rPr>
              <a:t xml:space="preserve"> +4.5% in Q1 vs. 2.9% prior — far above Fed’s 2% target; core PCE +4.3%; inflation re-acceleration is the key risk</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Fed Holds Steady:</a:t>
            </a:r>
            <a:r>
              <a:rPr lang="en-US" dirty="0">
                <a:solidFill>
                  <a:srgbClr val="000962"/>
                </a:solidFill>
                <a:latin typeface="Arial" pitchFamily="34" charset="0"/>
                <a:ea typeface="Arial" pitchFamily="34" charset="-122"/>
                <a:cs typeface="Arial" pitchFamily="34" charset="-120"/>
              </a:rPr>
              <a:t xml:space="preserve"> FOMC kept rates at 3.50-3.75% at April 28-29 meeting; Powell’s final press conference as Fed Chair</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1"/>
            <a:ext cx="10777728" cy="548481"/>
          </a:xfrm>
          <a:prstGeom prst="rect">
            <a:avLst/>
          </a:prstGeom>
          <a:noFill/>
          <a:ln/>
        </p:spPr>
        <p:txBody>
          <a:bodyPr wrap="square" lIns="0" tIns="0" rIns="0" bIns="0" rtlCol="0" anchor="t"/>
          <a:lstStyle/>
          <a:p>
            <a:pPr>
              <a:lnSpc>
                <a:spcPts val="4320"/>
              </a:lnSpc>
            </a:pPr>
            <a:r>
              <a:rPr lang="en-US" sz="3600" b="1" dirty="0">
                <a:solidFill>
                  <a:srgbClr val="0468FF"/>
                </a:solidFill>
                <a:latin typeface="Arial" pitchFamily="34" charset="0"/>
                <a:ea typeface="Arial" pitchFamily="34" charset="-122"/>
                <a:cs typeface="Arial" pitchFamily="34" charset="-120"/>
              </a:rPr>
              <a:t>Sector Rotation &amp; Earnings Season Highlights</a:t>
            </a:r>
            <a:endParaRPr lang="en-US" sz="3600" dirty="0"/>
          </a:p>
        </p:txBody>
      </p:sp>
      <p:sp>
        <p:nvSpPr>
          <p:cNvPr id="3" name="Text 1"/>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dirty="0">
                <a:solidFill>
                  <a:srgbClr val="000962"/>
                </a:solidFill>
                <a:latin typeface="Arial" pitchFamily="34" charset="0"/>
                <a:ea typeface="Arial" pitchFamily="34" charset="-122"/>
                <a:cs typeface="Arial" pitchFamily="34" charset="-120"/>
              </a:rPr>
              <a:t>Tech &amp; Comm Services Lead; Earnings Season Best Since Q4 2021</a:t>
            </a:r>
            <a:endParaRPr lang="en-US" dirty="0"/>
          </a:p>
        </p:txBody>
      </p:sp>
      <p:sp>
        <p:nvSpPr>
          <p:cNvPr id="4" name="Text 2"/>
          <p:cNvSpPr/>
          <p:nvPr/>
        </p:nvSpPr>
        <p:spPr>
          <a:xfrm>
            <a:off x="1219200" y="2189163"/>
            <a:ext cx="10160000" cy="2102644"/>
          </a:xfrm>
          <a:prstGeom prst="rect">
            <a:avLst/>
          </a:prstGeom>
          <a:noFill/>
          <a:ln/>
        </p:spPr>
        <p:txBody>
          <a:bodyPr wrap="square" lIns="0" tIns="0" rIns="0" bIns="0" rtlCol="0" anchor="t"/>
          <a:lstStyle/>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Biggest Winners:</a:t>
            </a:r>
            <a:r>
              <a:rPr lang="en-US" dirty="0">
                <a:solidFill>
                  <a:srgbClr val="000962"/>
                </a:solidFill>
                <a:latin typeface="Arial" pitchFamily="34" charset="0"/>
                <a:ea typeface="Arial" pitchFamily="34" charset="-122"/>
                <a:cs typeface="Arial" pitchFamily="34" charset="-120"/>
              </a:rPr>
              <a:t xml:space="preserve"> Communication Services and Information Technology led all sectors on AI-driven earnings strength</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Double-Digit Earners:</a:t>
            </a:r>
            <a:r>
              <a:rPr lang="en-US" dirty="0">
                <a:solidFill>
                  <a:srgbClr val="000962"/>
                </a:solidFill>
                <a:latin typeface="Arial" pitchFamily="34" charset="0"/>
                <a:ea typeface="Arial" pitchFamily="34" charset="-122"/>
                <a:cs typeface="Arial" pitchFamily="34" charset="-120"/>
              </a:rPr>
              <a:t xml:space="preserve"> 7 of 11 S&amp;P 500 sectors reporting double-digit earnings growth in Q1 2026; all 11 sectors showing revenue growth</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Energy Resilience:</a:t>
            </a:r>
            <a:r>
              <a:rPr lang="en-US" dirty="0">
                <a:solidFill>
                  <a:srgbClr val="000962"/>
                </a:solidFill>
                <a:latin typeface="Arial" pitchFamily="34" charset="0"/>
                <a:ea typeface="Arial" pitchFamily="34" charset="-122"/>
                <a:cs typeface="Arial" pitchFamily="34" charset="-120"/>
              </a:rPr>
              <a:t xml:space="preserve"> Held up on elevated oil; WTI crude at $103/barrel despite late-week easing on Iran peace signals</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Financials Lagged:</a:t>
            </a:r>
            <a:r>
              <a:rPr lang="en-US" dirty="0">
                <a:solidFill>
                  <a:srgbClr val="000962"/>
                </a:solidFill>
                <a:latin typeface="Arial" pitchFamily="34" charset="0"/>
                <a:ea typeface="Arial" pitchFamily="34" charset="-122"/>
                <a:cs typeface="Arial" pitchFamily="34" charset="-120"/>
              </a:rPr>
              <a:t xml:space="preserve"> Q1 underperformer amid rate uncertainty and credit concerns; watching closely as rates stay elevated</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AI Story Intact:</a:t>
            </a:r>
            <a:r>
              <a:rPr lang="en-US" dirty="0">
                <a:solidFill>
                  <a:srgbClr val="000962"/>
                </a:solidFill>
                <a:latin typeface="Arial" pitchFamily="34" charset="0"/>
                <a:ea typeface="Arial" pitchFamily="34" charset="-122"/>
                <a:cs typeface="Arial" pitchFamily="34" charset="-120"/>
              </a:rPr>
              <a:t xml:space="preserve"> Alphabet, Meta, Amazon drove massive upside surprises — AI monetization accelerating across enterprise and consumer</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Income Advantage:</a:t>
            </a:r>
            <a:r>
              <a:rPr lang="en-US" dirty="0">
                <a:solidFill>
                  <a:srgbClr val="000962"/>
                </a:solidFill>
                <a:latin typeface="Arial" pitchFamily="34" charset="0"/>
                <a:ea typeface="Arial" pitchFamily="34" charset="-122"/>
                <a:cs typeface="Arial" pitchFamily="34" charset="-120"/>
              </a:rPr>
              <a:t xml:space="preserve"> Higher-for-longer rates continue to favor income-generating strategies and New York Life’s guaranteed products</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1"/>
            <a:ext cx="10777728" cy="548481"/>
          </a:xfrm>
          <a:prstGeom prst="rect">
            <a:avLst/>
          </a:prstGeom>
          <a:noFill/>
          <a:ln/>
        </p:spPr>
        <p:txBody>
          <a:bodyPr wrap="square" lIns="0" tIns="0" rIns="0" bIns="0" rtlCol="0" anchor="t"/>
          <a:lstStyle/>
          <a:p>
            <a:pPr>
              <a:lnSpc>
                <a:spcPts val="4320"/>
              </a:lnSpc>
            </a:pPr>
            <a:r>
              <a:rPr lang="en-US" sz="3600" b="1" dirty="0">
                <a:solidFill>
                  <a:srgbClr val="0468FF"/>
                </a:solidFill>
                <a:latin typeface="Arial" pitchFamily="34" charset="0"/>
                <a:ea typeface="Arial" pitchFamily="34" charset="-122"/>
                <a:cs typeface="Arial" pitchFamily="34" charset="-120"/>
              </a:rPr>
              <a:t>Economic Calendar: Week Ahead (May 4-8)</a:t>
            </a:r>
            <a:endParaRPr lang="en-US" sz="3600" dirty="0"/>
          </a:p>
        </p:txBody>
      </p:sp>
      <p:sp>
        <p:nvSpPr>
          <p:cNvPr id="3" name="Text 1"/>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dirty="0">
                <a:solidFill>
                  <a:srgbClr val="000962"/>
                </a:solidFill>
                <a:latin typeface="Arial" pitchFamily="34" charset="0"/>
                <a:ea typeface="Arial" pitchFamily="34" charset="-122"/>
                <a:cs typeface="Arial" pitchFamily="34" charset="-120"/>
              </a:rPr>
              <a:t>Key Data Releases to Watch This Week</a:t>
            </a:r>
            <a:endParaRPr lang="en-US" dirty="0"/>
          </a:p>
        </p:txBody>
      </p:sp>
      <p:sp>
        <p:nvSpPr>
          <p:cNvPr id="4" name="Text 2"/>
          <p:cNvSpPr/>
          <p:nvPr/>
        </p:nvSpPr>
        <p:spPr>
          <a:xfrm>
            <a:off x="1219200" y="2189163"/>
            <a:ext cx="10160000" cy="2102644"/>
          </a:xfrm>
          <a:prstGeom prst="rect">
            <a:avLst/>
          </a:prstGeom>
          <a:noFill/>
          <a:ln/>
        </p:spPr>
        <p:txBody>
          <a:bodyPr wrap="square" lIns="0" tIns="0" rIns="0" bIns="0" rtlCol="0" anchor="t"/>
          <a:lstStyle/>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Monday 5/4:</a:t>
            </a:r>
            <a:r>
              <a:rPr lang="en-US" dirty="0">
                <a:solidFill>
                  <a:srgbClr val="000962"/>
                </a:solidFill>
                <a:latin typeface="Arial" pitchFamily="34" charset="0"/>
                <a:ea typeface="Arial" pitchFamily="34" charset="-122"/>
                <a:cs typeface="Arial" pitchFamily="34" charset="-120"/>
              </a:rPr>
              <a:t xml:space="preserve"> No major macro releases; markets open watch; Palantir Technologies reports earnings after close</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Tuesday 5/5:</a:t>
            </a:r>
            <a:r>
              <a:rPr lang="en-US" dirty="0">
                <a:solidFill>
                  <a:srgbClr val="000962"/>
                </a:solidFill>
                <a:latin typeface="Arial" pitchFamily="34" charset="0"/>
                <a:ea typeface="Arial" pitchFamily="34" charset="-122"/>
                <a:cs typeface="Arial" pitchFamily="34" charset="-120"/>
              </a:rPr>
              <a:t xml:space="preserve"> ISM Non-Manufacturing PMI (10am ET) — services sector health check; JOLTS Job Openings (10am ET) — leading labor indicator; Trade Balance (8:30am ET)</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Wednesday 5/6:</a:t>
            </a:r>
            <a:r>
              <a:rPr lang="en-US" dirty="0">
                <a:solidFill>
                  <a:srgbClr val="000962"/>
                </a:solidFill>
                <a:latin typeface="Arial" pitchFamily="34" charset="0"/>
                <a:ea typeface="Arial" pitchFamily="34" charset="-122"/>
                <a:cs typeface="Arial" pitchFamily="34" charset="-120"/>
              </a:rPr>
              <a:t xml:space="preserve"> ADP Employment Report (8:30am ET) — private sector jobs preview ahead of Friday; Uber and DoorDash earnings after close</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Thursday 5/7:</a:t>
            </a:r>
            <a:r>
              <a:rPr lang="en-US" dirty="0">
                <a:solidFill>
                  <a:srgbClr val="000962"/>
                </a:solidFill>
                <a:latin typeface="Arial" pitchFamily="34" charset="0"/>
                <a:ea typeface="Arial" pitchFamily="34" charset="-122"/>
                <a:cs typeface="Arial" pitchFamily="34" charset="-120"/>
              </a:rPr>
              <a:t xml:space="preserve"> Walt Disney earnings after close; continuing Q1 2026 earnings season; weekly jobless claims (8:30am ET)</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Friday 5/8 (The Big Event):</a:t>
            </a:r>
            <a:r>
              <a:rPr lang="en-US" dirty="0">
                <a:solidFill>
                  <a:srgbClr val="000962"/>
                </a:solidFill>
                <a:latin typeface="Arial" pitchFamily="34" charset="0"/>
                <a:ea typeface="Arial" pitchFamily="34" charset="-122"/>
                <a:cs typeface="Arial" pitchFamily="34" charset="-120"/>
              </a:rPr>
              <a:t xml:space="preserve"> April Jobs Report — Nonfarm Payrolls &amp; Unemployment Rate (8:30am ET); most important release of week; Fed watching closely given 4.5% PCE vs. labor health</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1"/>
            <a:ext cx="10777728" cy="548481"/>
          </a:xfrm>
          <a:prstGeom prst="rect">
            <a:avLst/>
          </a:prstGeom>
          <a:noFill/>
          <a:ln/>
        </p:spPr>
        <p:txBody>
          <a:bodyPr wrap="square" lIns="0" tIns="0" rIns="0" bIns="0" rtlCol="0" anchor="t"/>
          <a:lstStyle/>
          <a:p>
            <a:pPr>
              <a:lnSpc>
                <a:spcPts val="4320"/>
              </a:lnSpc>
            </a:pPr>
            <a:r>
              <a:rPr lang="en-US" sz="3600" b="1" dirty="0">
                <a:solidFill>
                  <a:srgbClr val="0468FF"/>
                </a:solidFill>
                <a:latin typeface="Arial" pitchFamily="34" charset="0"/>
                <a:ea typeface="Arial" pitchFamily="34" charset="-122"/>
                <a:cs typeface="Arial" pitchFamily="34" charset="-120"/>
              </a:rPr>
              <a:t>Earnings Calendar: Week Ahead</a:t>
            </a:r>
            <a:endParaRPr lang="en-US" sz="3600" dirty="0"/>
          </a:p>
        </p:txBody>
      </p:sp>
      <p:sp>
        <p:nvSpPr>
          <p:cNvPr id="3" name="Text 1"/>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dirty="0">
                <a:solidFill>
                  <a:srgbClr val="000962"/>
                </a:solidFill>
                <a:latin typeface="Arial" pitchFamily="34" charset="0"/>
                <a:ea typeface="Arial" pitchFamily="34" charset="-122"/>
                <a:cs typeface="Arial" pitchFamily="34" charset="-120"/>
              </a:rPr>
              <a:t>Key S&amp;P 500 Companies Reporting (May 4-8)</a:t>
            </a:r>
            <a:endParaRPr lang="en-US" dirty="0"/>
          </a:p>
        </p:txBody>
      </p:sp>
      <p:sp>
        <p:nvSpPr>
          <p:cNvPr id="4" name="Text 2"/>
          <p:cNvSpPr/>
          <p:nvPr/>
        </p:nvSpPr>
        <p:spPr>
          <a:xfrm>
            <a:off x="1219200" y="2189163"/>
            <a:ext cx="10160000" cy="2102644"/>
          </a:xfrm>
          <a:prstGeom prst="rect">
            <a:avLst/>
          </a:prstGeom>
          <a:noFill/>
          <a:ln/>
        </p:spPr>
        <p:txBody>
          <a:bodyPr wrap="square" lIns="0" tIns="0" rIns="0" bIns="0" rtlCol="0" anchor="t"/>
          <a:lstStyle/>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Palantir (PLTR) — Monday 5/4 (after close):</a:t>
            </a:r>
            <a:r>
              <a:rPr lang="en-US" dirty="0">
                <a:solidFill>
                  <a:srgbClr val="000962"/>
                </a:solidFill>
                <a:latin typeface="Arial" pitchFamily="34" charset="0"/>
                <a:ea typeface="Arial" pitchFamily="34" charset="-122"/>
                <a:cs typeface="Arial" pitchFamily="34" charset="-120"/>
              </a:rPr>
              <a:t xml:space="preserve"> AI data analytics leader; EPS est. $0.14, revenue est. $861M (+39% YoY); government &amp; commercial AI contracts in focus; watch for AI platform momentum</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AMD (AMD) — Tuesday 5/5 (after close):</a:t>
            </a:r>
            <a:r>
              <a:rPr lang="en-US" dirty="0">
                <a:solidFill>
                  <a:srgbClr val="000962"/>
                </a:solidFill>
                <a:latin typeface="Arial" pitchFamily="34" charset="0"/>
                <a:ea typeface="Arial" pitchFamily="34" charset="-122"/>
                <a:cs typeface="Arial" pitchFamily="34" charset="-120"/>
              </a:rPr>
              <a:t xml:space="preserve"> EPS est. $1.29 (+34.4% YoY), revenue est. $9.89B (+33% YoY); AI chip competition with NVIDIA; data center GPU outlook critical</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Uber Technologies (UBER) — Wednesday 5/6:</a:t>
            </a:r>
            <a:r>
              <a:rPr lang="en-US" dirty="0">
                <a:solidFill>
                  <a:srgbClr val="000962"/>
                </a:solidFill>
                <a:latin typeface="Arial" pitchFamily="34" charset="0"/>
                <a:ea typeface="Arial" pitchFamily="34" charset="-122"/>
                <a:cs typeface="Arial" pitchFamily="34" charset="-120"/>
              </a:rPr>
              <a:t xml:space="preserve"> Mobility and delivery growth metrics; autonomous vehicle strategy update; consumer spending health indicator</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Walt Disney Co. (DIS) — Thursday 5/7 (after close):</a:t>
            </a:r>
            <a:r>
              <a:rPr lang="en-US" dirty="0">
                <a:solidFill>
                  <a:srgbClr val="000962"/>
                </a:solidFill>
                <a:latin typeface="Arial" pitchFamily="34" charset="0"/>
                <a:ea typeface="Arial" pitchFamily="34" charset="-122"/>
                <a:cs typeface="Arial" pitchFamily="34" charset="-120"/>
              </a:rPr>
              <a:t xml:space="preserve"> Major Dow component; streaming profitability progress, parks attendance, and content slate in focus; consumer discretionary read</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Prudential Financial (PRU) — Tuesday 5/5:</a:t>
            </a:r>
            <a:r>
              <a:rPr lang="en-US" dirty="0">
                <a:solidFill>
                  <a:srgbClr val="000962"/>
                </a:solidFill>
                <a:latin typeface="Arial" pitchFamily="34" charset="0"/>
                <a:ea typeface="Arial" pitchFamily="34" charset="-122"/>
                <a:cs typeface="Arial" pitchFamily="34" charset="-120"/>
              </a:rPr>
              <a:t xml:space="preserve"> Insurance &amp; financial services read; relevant to NYL competitive landscape; watch life insurance demand and annuity flows</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1"/>
            <a:ext cx="10777728" cy="548481"/>
          </a:xfrm>
          <a:prstGeom prst="rect">
            <a:avLst/>
          </a:prstGeom>
          <a:noFill/>
          <a:ln/>
        </p:spPr>
        <p:txBody>
          <a:bodyPr wrap="square" lIns="0" tIns="0" rIns="0" bIns="0" rtlCol="0" anchor="t"/>
          <a:lstStyle/>
          <a:p>
            <a:pPr>
              <a:lnSpc>
                <a:spcPts val="4320"/>
              </a:lnSpc>
            </a:pPr>
            <a:r>
              <a:rPr lang="en-US" sz="3600" b="1" dirty="0">
                <a:solidFill>
                  <a:srgbClr val="0468FF"/>
                </a:solidFill>
                <a:latin typeface="Arial" pitchFamily="34" charset="0"/>
                <a:ea typeface="Arial" pitchFamily="34" charset="-122"/>
                <a:cs typeface="Arial" pitchFamily="34" charset="-120"/>
              </a:rPr>
              <a:t>Fed, Rates &amp; Macro Watch</a:t>
            </a:r>
            <a:endParaRPr lang="en-US" sz="3600" dirty="0"/>
          </a:p>
        </p:txBody>
      </p:sp>
      <p:sp>
        <p:nvSpPr>
          <p:cNvPr id="3" name="Text 1"/>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dirty="0">
                <a:solidFill>
                  <a:srgbClr val="000962"/>
                </a:solidFill>
                <a:latin typeface="Arial" pitchFamily="34" charset="0"/>
                <a:ea typeface="Arial" pitchFamily="34" charset="-122"/>
                <a:cs typeface="Arial" pitchFamily="34" charset="-120"/>
              </a:rPr>
              <a:t>NYLIM Perspective: Looking Through Geopolitics</a:t>
            </a:r>
            <a:endParaRPr lang="en-US" dirty="0"/>
          </a:p>
        </p:txBody>
      </p:sp>
      <p:sp>
        <p:nvSpPr>
          <p:cNvPr id="4" name="Text 2"/>
          <p:cNvSpPr/>
          <p:nvPr/>
        </p:nvSpPr>
        <p:spPr>
          <a:xfrm>
            <a:off x="1219200" y="2189163"/>
            <a:ext cx="10160000" cy="3600000"/>
          </a:xfrm>
          <a:prstGeom prst="rect">
            <a:avLst/>
          </a:prstGeom>
          <a:noFill/>
          <a:ln/>
        </p:spPr>
        <p:txBody>
          <a:bodyPr wrap="square" lIns="0" tIns="0" rIns="0" bIns="0" rtlCol="0" anchor="t"/>
          <a:lstStyle/>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Fed Rate Path:</a:t>
            </a:r>
            <a:r>
              <a:rPr lang="en-US" dirty="0">
                <a:solidFill>
                  <a:srgbClr val="000962"/>
                </a:solidFill>
                <a:latin typeface="Arial" pitchFamily="34" charset="0"/>
                <a:ea typeface="Arial" pitchFamily="34" charset="-122"/>
                <a:cs typeface="Arial" pitchFamily="34" charset="-120"/>
              </a:rPr>
              <a:t xml:space="preserve"> Held at 3.50-3.75% at April 28-29 meeting; next rate action unlikely before June 16-17; markets price 1-2 cuts in H2 2026</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PCE Red Flag:</a:t>
            </a:r>
            <a:r>
              <a:rPr lang="en-US" dirty="0">
                <a:solidFill>
                  <a:srgbClr val="000962"/>
                </a:solidFill>
                <a:latin typeface="Arial" pitchFamily="34" charset="0"/>
                <a:ea typeface="Arial" pitchFamily="34" charset="-122"/>
                <a:cs typeface="Arial" pitchFamily="34" charset="-120"/>
              </a:rPr>
              <a:t xml:space="preserve"> +4.5% Q1 PCE — well above 2% target; oil-driven inflation complicates Fed’s path; March PCE the next critical data point</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NYLIM View:</a:t>
            </a:r>
            <a:r>
              <a:rPr lang="en-US" dirty="0">
                <a:solidFill>
                  <a:srgbClr val="000962"/>
                </a:solidFill>
                <a:latin typeface="Arial" pitchFamily="34" charset="0"/>
                <a:ea typeface="Arial" pitchFamily="34" charset="-122"/>
                <a:cs typeface="Arial" pitchFamily="34" charset="-120"/>
              </a:rPr>
              <a:t xml:space="preserve"> Markets increasingly looking through the Iran conflict; dispersion across regions, sectors &amp; asset classes is the defining midyear feature (NYLIM Macro Pulse)</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GDP Picture:</a:t>
            </a:r>
            <a:r>
              <a:rPr lang="en-US" dirty="0">
                <a:solidFill>
                  <a:srgbClr val="000962"/>
                </a:solidFill>
                <a:latin typeface="Arial" pitchFamily="34" charset="0"/>
                <a:ea typeface="Arial" pitchFamily="34" charset="-122"/>
                <a:cs typeface="Arial" pitchFamily="34" charset="-120"/>
              </a:rPr>
              <a:t xml:space="preserve"> +2.0% Q1 growth beats contraction fears; AI investment and government spending offset net export drag; recovery from Q4 2025’s 0.5%</a:t>
            </a:r>
            <a:endParaRPr lang="en-US" dirty="0"/>
          </a:p>
          <a:p>
            <a:pPr marL="457189" indent="-457189">
              <a:lnSpc>
                <a:spcPts val="3240"/>
              </a:lnSpc>
              <a:buSzPct val="100000"/>
              <a:buChar char="•"/>
            </a:pPr>
            <a:r>
              <a:rPr lang="en-US" b="1" dirty="0">
                <a:solidFill>
                  <a:srgbClr val="000962"/>
                </a:solidFill>
                <a:latin typeface="Arial" pitchFamily="34" charset="0"/>
                <a:ea typeface="Arial" pitchFamily="34" charset="-122"/>
                <a:cs typeface="Arial" pitchFamily="34" charset="-120"/>
              </a:rPr>
              <a:t>Income Over Growth:</a:t>
            </a:r>
            <a:r>
              <a:rPr lang="en-US" dirty="0">
                <a:solidFill>
                  <a:srgbClr val="000962"/>
                </a:solidFill>
                <a:latin typeface="Arial" pitchFamily="34" charset="0"/>
                <a:ea typeface="Arial" pitchFamily="34" charset="-122"/>
                <a:cs typeface="Arial" pitchFamily="34" charset="-120"/>
              </a:rPr>
              <a:t xml:space="preserve"> NYLIM continues to favor carry (income generation) as primary return driver; fixed income and guaranteed products remain well-positioned</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1"/>
            <a:ext cx="10777728" cy="548481"/>
          </a:xfrm>
          <a:prstGeom prst="rect">
            <a:avLst/>
          </a:prstGeom>
          <a:noFill/>
          <a:ln/>
        </p:spPr>
        <p:txBody>
          <a:bodyPr wrap="square" lIns="0" tIns="0" rIns="0" bIns="0" rtlCol="0" anchor="t"/>
          <a:lstStyle/>
          <a:p>
            <a:pPr>
              <a:lnSpc>
                <a:spcPts val="4320"/>
              </a:lnSpc>
            </a:pPr>
            <a:r>
              <a:rPr lang="en-US" sz="3600" b="1" dirty="0">
                <a:solidFill>
                  <a:srgbClr val="0468FF"/>
                </a:solidFill>
                <a:latin typeface="Arial" pitchFamily="34" charset="0"/>
                <a:ea typeface="Arial" pitchFamily="34" charset="-122"/>
                <a:cs typeface="Arial" pitchFamily="34" charset="-120"/>
              </a:rPr>
              <a:t>Client Talking Points: What This Means for You</a:t>
            </a:r>
            <a:endParaRPr lang="en-US" sz="3600" dirty="0"/>
          </a:p>
        </p:txBody>
      </p:sp>
      <p:sp>
        <p:nvSpPr>
          <p:cNvPr id="3" name="Text 1"/>
          <p:cNvSpPr/>
          <p:nvPr/>
        </p:nvSpPr>
        <p:spPr>
          <a:xfrm>
            <a:off x="1219200" y="1666082"/>
            <a:ext cx="10160000" cy="4500000"/>
          </a:xfrm>
          <a:prstGeom prst="rect">
            <a:avLst/>
          </a:prstGeom>
          <a:noFill/>
          <a:ln/>
        </p:spPr>
        <p:txBody>
          <a:bodyPr wrap="square" lIns="0" tIns="0" rIns="0" bIns="0" rtlCol="0" anchor="t"/>
          <a:lstStyle/>
          <a:p>
            <a:pPr marL="457189" indent="-457189">
              <a:lnSpc>
                <a:spcPts val="3240"/>
              </a:lnSpc>
              <a:buSzPct val="100000"/>
              <a:buChar char="•"/>
            </a:pPr>
            <a:r>
              <a:rPr lang="en-US" sz="1400" b="1" dirty="0">
                <a:solidFill>
                  <a:srgbClr val="000962"/>
                </a:solidFill>
                <a:latin typeface="Arial" pitchFamily="34" charset="0"/>
                <a:ea typeface="Arial" pitchFamily="34" charset="-122"/>
                <a:cs typeface="Arial" pitchFamily="34" charset="-120"/>
              </a:rPr>
              <a:t>Markets Had a Strong April:</a:t>
            </a:r>
            <a:r>
              <a:rPr lang="en-US" sz="1400" dirty="0">
                <a:solidFill>
                  <a:srgbClr val="000962"/>
                </a:solidFill>
                <a:latin typeface="Arial" pitchFamily="34" charset="0"/>
                <a:ea typeface="Arial" pitchFamily="34" charset="-122"/>
                <a:cs typeface="Arial" pitchFamily="34" charset="-120"/>
              </a:rPr>
              <a:t xml:space="preserve"> Stocks posted their best month in years — the S&amp;P 500 gained 10% in April alone, hitting seven record highs. The Nasdaq crossed 25,000 for the first time ever. This reflects real earnings strength, not speculation.</a:t>
            </a:r>
            <a:endParaRPr lang="en-US" sz="1400" dirty="0"/>
          </a:p>
          <a:p>
            <a:pPr marL="457189" indent="-457189">
              <a:lnSpc>
                <a:spcPts val="3240"/>
              </a:lnSpc>
              <a:buSzPct val="100000"/>
              <a:buChar char="•"/>
            </a:pPr>
            <a:r>
              <a:rPr lang="en-US" sz="1400" b="1" dirty="0">
                <a:solidFill>
                  <a:srgbClr val="000962"/>
                </a:solidFill>
                <a:latin typeface="Arial" pitchFamily="34" charset="0"/>
                <a:ea typeface="Arial" pitchFamily="34" charset="-122"/>
                <a:cs typeface="Arial" pitchFamily="34" charset="-120"/>
              </a:rPr>
              <a:t>Earnings Are Driving This Rally:</a:t>
            </a:r>
            <a:r>
              <a:rPr lang="en-US" sz="1400" dirty="0">
                <a:solidFill>
                  <a:srgbClr val="000962"/>
                </a:solidFill>
                <a:latin typeface="Arial" pitchFamily="34" charset="0"/>
                <a:ea typeface="Arial" pitchFamily="34" charset="-122"/>
                <a:cs typeface="Arial" pitchFamily="34" charset="-120"/>
              </a:rPr>
              <a:t xml:space="preserve"> 84% of S&amp;P 500 companies beat earnings expectations in Q1, with earnings growing more than 27% year-over-year. This is the most important story in markets right now, and it is very positive.</a:t>
            </a:r>
            <a:endParaRPr lang="en-US" sz="1400" dirty="0"/>
          </a:p>
          <a:p>
            <a:pPr marL="457189" indent="-457189">
              <a:lnSpc>
                <a:spcPts val="3240"/>
              </a:lnSpc>
              <a:buSzPct val="100000"/>
              <a:buChar char="•"/>
            </a:pPr>
            <a:r>
              <a:rPr lang="en-US" sz="1400" b="1" dirty="0">
                <a:solidFill>
                  <a:srgbClr val="000962"/>
                </a:solidFill>
                <a:latin typeface="Arial" pitchFamily="34" charset="0"/>
                <a:ea typeface="Arial" pitchFamily="34" charset="-122"/>
                <a:cs typeface="Arial" pitchFamily="34" charset="-120"/>
              </a:rPr>
              <a:t>Inflation Is Still a Watch Item:</a:t>
            </a:r>
            <a:r>
              <a:rPr lang="en-US" sz="1400" dirty="0">
                <a:solidFill>
                  <a:srgbClr val="000962"/>
                </a:solidFill>
                <a:latin typeface="Arial" pitchFamily="34" charset="0"/>
                <a:ea typeface="Arial" pitchFamily="34" charset="-122"/>
                <a:cs typeface="Arial" pitchFamily="34" charset="-120"/>
              </a:rPr>
              <a:t xml:space="preserve"> Q1 inflation came in at 4.5% — higher than expected — which could delay Federal Reserve rate cuts. We are watching this carefully. It does not change the long-term investment case, but it does mean rates may stay higher a bit longer.</a:t>
            </a:r>
            <a:endParaRPr lang="en-US" sz="1400" dirty="0"/>
          </a:p>
          <a:p>
            <a:pPr marL="457189" indent="-457189">
              <a:lnSpc>
                <a:spcPts val="3240"/>
              </a:lnSpc>
              <a:buSzPct val="100000"/>
              <a:buChar char="•"/>
            </a:pPr>
            <a:r>
              <a:rPr lang="en-US" sz="1400" b="1" dirty="0">
                <a:solidFill>
                  <a:srgbClr val="000962"/>
                </a:solidFill>
                <a:latin typeface="Arial" pitchFamily="34" charset="0"/>
                <a:ea typeface="Arial" pitchFamily="34" charset="-122"/>
                <a:cs typeface="Arial" pitchFamily="34" charset="-120"/>
              </a:rPr>
              <a:t>The Fed Is Holding Steady:</a:t>
            </a:r>
            <a:r>
              <a:rPr lang="en-US" sz="1400" dirty="0">
                <a:solidFill>
                  <a:srgbClr val="000962"/>
                </a:solidFill>
                <a:latin typeface="Arial" pitchFamily="34" charset="0"/>
                <a:ea typeface="Arial" pitchFamily="34" charset="-122"/>
                <a:cs typeface="Arial" pitchFamily="34" charset="-120"/>
              </a:rPr>
              <a:t xml:space="preserve"> The Fed kept rates unchanged at its April meeting and will likely hold again until inflation improves. This continues to support the value of New York Life’s guaranteed, income-producing products.</a:t>
            </a:r>
            <a:endParaRPr lang="en-US" sz="1400" dirty="0"/>
          </a:p>
          <a:p>
            <a:pPr marL="457189" indent="-457189">
              <a:lnSpc>
                <a:spcPts val="3240"/>
              </a:lnSpc>
              <a:buSzPct val="100000"/>
              <a:buChar char="•"/>
            </a:pPr>
            <a:r>
              <a:rPr lang="en-US" sz="1400" b="1" dirty="0">
                <a:solidFill>
                  <a:srgbClr val="000962"/>
                </a:solidFill>
                <a:latin typeface="Arial" pitchFamily="34" charset="0"/>
                <a:ea typeface="Arial" pitchFamily="34" charset="-122"/>
                <a:cs typeface="Arial" pitchFamily="34" charset="-120"/>
              </a:rPr>
              <a:t>Your Portfolio Is Built for This Moment:</a:t>
            </a:r>
            <a:r>
              <a:rPr lang="en-US" sz="1400" dirty="0">
                <a:solidFill>
                  <a:srgbClr val="000962"/>
                </a:solidFill>
                <a:latin typeface="Arial" pitchFamily="34" charset="0"/>
                <a:ea typeface="Arial" pitchFamily="34" charset="-122"/>
                <a:cs typeface="Arial" pitchFamily="34" charset="-120"/>
              </a:rPr>
              <a:t xml:space="preserve"> The sectors driving returns — technology, communication services, and income assets — are part of a well-diversified New York Life approach. You are already participating in this rally without taking on excessive risk.</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468FF"/>
        </a:solidFill>
        <a:effectLst/>
      </p:bgPr>
    </p:bg>
    <p:spTree>
      <p:nvGrpSpPr>
        <p:cNvPr id="1" name=""/>
        <p:cNvGrpSpPr/>
        <p:nvPr/>
      </p:nvGrpSpPr>
      <p:grpSpPr>
        <a:xfrm>
          <a:off x="0" y="0"/>
          <a:ext cx="0" cy="0"/>
          <a:chOff x="0" y="0"/>
          <a:chExt cx="0" cy="0"/>
        </a:xfrm>
      </p:grpSpPr>
      <p:sp>
        <p:nvSpPr>
          <p:cNvPr id="2" name="Text 0"/>
          <p:cNvSpPr/>
          <p:nvPr/>
        </p:nvSpPr>
        <p:spPr>
          <a:xfrm>
            <a:off x="2171141" y="2392761"/>
            <a:ext cx="7849719" cy="853281"/>
          </a:xfrm>
          <a:prstGeom prst="rect">
            <a:avLst/>
          </a:prstGeom>
          <a:noFill/>
          <a:ln/>
        </p:spPr>
        <p:txBody>
          <a:bodyPr wrap="square" lIns="0" tIns="0" rIns="0" bIns="0" rtlCol="0" anchor="t"/>
          <a:lstStyle/>
          <a:p>
            <a:pPr algn="ctr" defTabSz="1219170">
              <a:lnSpc>
                <a:spcPts val="6720"/>
              </a:lnSpc>
            </a:pPr>
            <a:r>
              <a:rPr lang="en-US" sz="5600" b="1" dirty="0">
                <a:solidFill>
                  <a:srgbClr val="FFFFFF"/>
                </a:solidFill>
                <a:latin typeface="Arial" pitchFamily="34" charset="0"/>
                <a:ea typeface="Arial" pitchFamily="34" charset="-122"/>
                <a:cs typeface="Arial" pitchFamily="34" charset="-120"/>
              </a:rPr>
              <a:t>Top Performers</a:t>
            </a:r>
            <a:endParaRPr lang="en-US" sz="5600" dirty="0">
              <a:solidFill>
                <a:prstClr val="black"/>
              </a:solidFill>
              <a:latin typeface="Calibri" panose="020F0502020204030204"/>
            </a:endParaRPr>
          </a:p>
        </p:txBody>
      </p:sp>
      <p:sp>
        <p:nvSpPr>
          <p:cNvPr id="3" name="Text 1"/>
          <p:cNvSpPr/>
          <p:nvPr/>
        </p:nvSpPr>
        <p:spPr>
          <a:xfrm>
            <a:off x="4463596" y="3550840"/>
            <a:ext cx="3264611" cy="355600"/>
          </a:xfrm>
          <a:prstGeom prst="rect">
            <a:avLst/>
          </a:prstGeom>
          <a:noFill/>
          <a:ln/>
        </p:spPr>
        <p:txBody>
          <a:bodyPr wrap="square" lIns="0" tIns="0" rIns="0" bIns="0" rtlCol="0" anchor="t"/>
          <a:lstStyle/>
          <a:p>
            <a:pPr algn="ctr" defTabSz="1219170">
              <a:lnSpc>
                <a:spcPts val="2800"/>
              </a:lnSpc>
            </a:pPr>
            <a:r>
              <a:rPr lang="en-US" sz="2000" dirty="0">
                <a:solidFill>
                  <a:srgbClr val="FFFFFF"/>
                </a:solidFill>
                <a:latin typeface="Arial" pitchFamily="34" charset="0"/>
                <a:ea typeface="Arial" pitchFamily="34" charset="-122"/>
                <a:cs typeface="Arial" pitchFamily="34" charset="-120"/>
              </a:rPr>
              <a:t>[Agent Name] — [Achievement]</a:t>
            </a:r>
            <a:endParaRPr lang="en-US" sz="2000" dirty="0">
              <a:solidFill>
                <a:prstClr val="black"/>
              </a:solidFill>
              <a:latin typeface="Calibri" panose="020F0502020204030204"/>
            </a:endParaRPr>
          </a:p>
        </p:txBody>
      </p:sp>
      <p:sp>
        <p:nvSpPr>
          <p:cNvPr id="4" name="Text 2"/>
          <p:cNvSpPr/>
          <p:nvPr/>
        </p:nvSpPr>
        <p:spPr>
          <a:xfrm>
            <a:off x="4276370" y="4109640"/>
            <a:ext cx="3639061" cy="355600"/>
          </a:xfrm>
          <a:prstGeom prst="rect">
            <a:avLst/>
          </a:prstGeom>
          <a:noFill/>
          <a:ln/>
        </p:spPr>
        <p:txBody>
          <a:bodyPr wrap="square" lIns="0" tIns="0" rIns="0" bIns="0" rtlCol="0" anchor="t"/>
          <a:lstStyle/>
          <a:p>
            <a:pPr algn="ctr" defTabSz="1219170">
              <a:lnSpc>
                <a:spcPts val="2800"/>
              </a:lnSpc>
            </a:pPr>
            <a:r>
              <a:rPr lang="en-US" sz="2000" dirty="0">
                <a:solidFill>
                  <a:srgbClr val="FFFFFF"/>
                </a:solidFill>
                <a:latin typeface="Arial" pitchFamily="34" charset="0"/>
                <a:ea typeface="Arial" pitchFamily="34" charset="-122"/>
                <a:cs typeface="Arial" pitchFamily="34" charset="-120"/>
              </a:rPr>
              <a:t>★ Duplicate this slide as needed and fill in this week’s honorees.</a:t>
            </a:r>
            <a:endParaRPr lang="en-US" sz="2000" dirty="0">
              <a:solidFill>
                <a:prstClr val="black"/>
              </a:solidFill>
              <a:latin typeface="Calibri" panose="020F0502020204030204"/>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NYL LIGHT BACKGROUND 16&quot;9" val="f6b4XTqc"/>
  <p:tag name="ARTICULATE_DESIGN_ID_1_NYL LIGHT BACKGROUND 16-9" val="BFT0Q3hc"/>
  <p:tag name="ARTICULATE_DESIGN_ID_ELEVATE LIGHT BLUE BACKGROUND 16-9" val="56JHHY8a"/>
  <p:tag name="ARTICULATE_PROJECT_OPEN" val="0"/>
  <p:tag name="ARTICULATE_SLIDE_COUNT" val="34"/>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gQmBcDDkf.EZSeULvYIKB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Un8ds_piMNzbUFUxUhVYX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NYL Widescreen Theme">
  <a:themeElements>
    <a:clrScheme name="NYL Light Office Colors">
      <a:dk1>
        <a:srgbClr val="000000"/>
      </a:dk1>
      <a:lt1>
        <a:srgbClr val="FFFFFF"/>
      </a:lt1>
      <a:dk2>
        <a:srgbClr val="E6E9F0"/>
      </a:dk2>
      <a:lt2>
        <a:srgbClr val="0A3C53"/>
      </a:lt2>
      <a:accent1>
        <a:srgbClr val="42B8FB"/>
      </a:accent1>
      <a:accent2>
        <a:srgbClr val="7C61A7"/>
      </a:accent2>
      <a:accent3>
        <a:srgbClr val="C87A90"/>
      </a:accent3>
      <a:accent4>
        <a:srgbClr val="D07B4A"/>
      </a:accent4>
      <a:accent5>
        <a:srgbClr val="FFD58E"/>
      </a:accent5>
      <a:accent6>
        <a:srgbClr val="6C9B71"/>
      </a:accent6>
      <a:hlink>
        <a:srgbClr val="0000FF"/>
      </a:hlink>
      <a:folHlink>
        <a:srgbClr val="586992"/>
      </a:folHlink>
    </a:clrScheme>
    <a:fontScheme name="NYL Office Fonts">
      <a:majorFont>
        <a:latin typeface="Georgi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1"/>
        </a:solidFill>
        <a:ln w="12700" cap="flat" cmpd="sng" algn="ctr">
          <a:noFill/>
          <a:prstDash val="solid"/>
          <a:round/>
          <a:headEnd type="none" w="sm" len="sm"/>
          <a:tailEnd type="none" w="sm" len="sm"/>
        </a:ln>
      </a:spPr>
      <a:bodyPr/>
      <a:lstStyle>
        <a:defPPr>
          <a:defRPr>
            <a:latin typeface="+mj-lt"/>
          </a:defRPr>
        </a:defPPr>
      </a:lstStyle>
    </a:spDef>
  </a:objectDefaults>
  <a:extraClrSchemeLst/>
  <a:extLst>
    <a:ext uri="{05A4C25C-085E-4340-85A3-A5531E510DB2}">
      <thm15:themeFamily xmlns:thm15="http://schemas.microsoft.com/office/thememl/2012/main" name="NYL Widescreen Theme" id="{8FB96B9F-713C-4D18-B0BA-A726F512E8EC}" vid="{89FA3B7E-3DC3-48BB-8D01-E50D94EC5E40}"/>
    </a:ext>
  </a:extLst>
</a:theme>
</file>

<file path=ppt/theme/theme2.xml><?xml version="1.0" encoding="utf-8"?>
<a:theme xmlns:a="http://schemas.openxmlformats.org/drawingml/2006/main" name="3_ELEVATE light blue background 16-9">
  <a:themeElements>
    <a:clrScheme name="NYL Dark Office Colors 2-23-17">
      <a:dk1>
        <a:srgbClr val="FFFFFF"/>
      </a:dk1>
      <a:lt1>
        <a:srgbClr val="000000"/>
      </a:lt1>
      <a:dk2>
        <a:srgbClr val="E6E9F0"/>
      </a:dk2>
      <a:lt2>
        <a:srgbClr val="0A3C53"/>
      </a:lt2>
      <a:accent1>
        <a:srgbClr val="42B8FB"/>
      </a:accent1>
      <a:accent2>
        <a:srgbClr val="7C61A7"/>
      </a:accent2>
      <a:accent3>
        <a:srgbClr val="C87A90"/>
      </a:accent3>
      <a:accent4>
        <a:srgbClr val="D07B4B"/>
      </a:accent4>
      <a:accent5>
        <a:srgbClr val="F8A04B"/>
      </a:accent5>
      <a:accent6>
        <a:srgbClr val="6C9B71"/>
      </a:accent6>
      <a:hlink>
        <a:srgbClr val="0000FF"/>
      </a:hlink>
      <a:folHlink>
        <a:srgbClr val="586992"/>
      </a:folHlink>
    </a:clrScheme>
    <a:fontScheme name="NYL Office Fonts">
      <a:majorFont>
        <a:latin typeface="Georgi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1"/>
        </a:solidFill>
        <a:ln w="12700" cap="flat" cmpd="sng" algn="ctr">
          <a:noFill/>
          <a:prstDash val="solid"/>
          <a:round/>
          <a:headEnd type="none" w="sm" len="sm"/>
          <a:tailEnd type="none" w="sm" len="sm"/>
        </a:ln>
      </a:spPr>
      <a:bodyPr/>
      <a:lstStyle>
        <a:defPPr>
          <a:defRPr>
            <a:latin typeface="+mj-lt"/>
          </a:defRPr>
        </a:defPPr>
      </a:lstStyle>
    </a:spDef>
  </a:objectDefaults>
  <a:extraClrSchemeLst/>
  <a:extLst>
    <a:ext uri="{05A4C25C-085E-4340-85A3-A5531E510DB2}">
      <thm15:themeFamily xmlns:thm15="http://schemas.microsoft.com/office/thememl/2012/main" name="Presentation4" id="{DAAD2B39-F35F-E442-B000-97132C14D756}" vid="{3E699984-35A0-234D-A4FA-9B45B9B78E75}"/>
    </a:ext>
  </a:extLst>
</a:theme>
</file>

<file path=ppt/theme/theme3.xml><?xml version="1.0" encoding="utf-8"?>
<a:theme xmlns:a="http://schemas.openxmlformats.org/drawingml/2006/main" name="NYL light background 16-9">
  <a:themeElements>
    <a:clrScheme name="NYL Dark Office Colors 2-23-17">
      <a:dk1>
        <a:srgbClr val="FFFFFF"/>
      </a:dk1>
      <a:lt1>
        <a:srgbClr val="000000"/>
      </a:lt1>
      <a:dk2>
        <a:srgbClr val="E6E9F0"/>
      </a:dk2>
      <a:lt2>
        <a:srgbClr val="0A3C53"/>
      </a:lt2>
      <a:accent1>
        <a:srgbClr val="42B8FB"/>
      </a:accent1>
      <a:accent2>
        <a:srgbClr val="7C61A7"/>
      </a:accent2>
      <a:accent3>
        <a:srgbClr val="C87A90"/>
      </a:accent3>
      <a:accent4>
        <a:srgbClr val="D07B4B"/>
      </a:accent4>
      <a:accent5>
        <a:srgbClr val="F8A04B"/>
      </a:accent5>
      <a:accent6>
        <a:srgbClr val="6C9B71"/>
      </a:accent6>
      <a:hlink>
        <a:srgbClr val="0000FF"/>
      </a:hlink>
      <a:folHlink>
        <a:srgbClr val="586992"/>
      </a:folHlink>
    </a:clrScheme>
    <a:fontScheme name="NYL Office Fonts">
      <a:majorFont>
        <a:latin typeface="Georgi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1"/>
        </a:solidFill>
        <a:ln w="12700" cap="flat" cmpd="sng" algn="ctr">
          <a:noFill/>
          <a:prstDash val="solid"/>
          <a:round/>
          <a:headEnd type="none" w="sm" len="sm"/>
          <a:tailEnd type="none" w="sm" len="sm"/>
        </a:ln>
      </a:spPr>
      <a:bodyPr/>
      <a:lstStyle>
        <a:defPPr>
          <a:defRPr>
            <a:latin typeface="+mj-lt"/>
          </a:defRPr>
        </a:defPPr>
      </a:lstStyle>
    </a:spDef>
  </a:objectDefaults>
  <a:extraClrSchemeLst/>
  <a:extLst>
    <a:ext uri="{05A4C25C-085E-4340-85A3-A5531E510DB2}">
      <thm15:themeFamily xmlns:thm15="http://schemas.microsoft.com/office/thememl/2012/main" name="Presentation4" id="{DAAD2B39-F35F-E442-B000-97132C14D756}" vid="{3E699984-35A0-234D-A4FA-9B45B9B78E75}"/>
    </a:ext>
  </a:extLst>
</a:theme>
</file>

<file path=ppt/theme/theme4.xml><?xml version="1.0" encoding="utf-8"?>
<a:theme xmlns:a="http://schemas.openxmlformats.org/drawingml/2006/main" name="ELEVATE light blue background 16-9">
  <a:themeElements>
    <a:clrScheme name="NYL Dark Office Colors 2-23-17">
      <a:dk1>
        <a:srgbClr val="FFFFFF"/>
      </a:dk1>
      <a:lt1>
        <a:srgbClr val="000000"/>
      </a:lt1>
      <a:dk2>
        <a:srgbClr val="E6E9F0"/>
      </a:dk2>
      <a:lt2>
        <a:srgbClr val="0A3C53"/>
      </a:lt2>
      <a:accent1>
        <a:srgbClr val="42B8FB"/>
      </a:accent1>
      <a:accent2>
        <a:srgbClr val="7C61A7"/>
      </a:accent2>
      <a:accent3>
        <a:srgbClr val="C87A90"/>
      </a:accent3>
      <a:accent4>
        <a:srgbClr val="D07B4B"/>
      </a:accent4>
      <a:accent5>
        <a:srgbClr val="F8A04B"/>
      </a:accent5>
      <a:accent6>
        <a:srgbClr val="6C9B71"/>
      </a:accent6>
      <a:hlink>
        <a:srgbClr val="0000FF"/>
      </a:hlink>
      <a:folHlink>
        <a:srgbClr val="586992"/>
      </a:folHlink>
    </a:clrScheme>
    <a:fontScheme name="NYL Office Fonts">
      <a:majorFont>
        <a:latin typeface="Georgi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1"/>
        </a:solidFill>
        <a:ln w="12700" cap="flat" cmpd="sng" algn="ctr">
          <a:noFill/>
          <a:prstDash val="solid"/>
          <a:round/>
          <a:headEnd type="none" w="sm" len="sm"/>
          <a:tailEnd type="none" w="sm" len="sm"/>
        </a:ln>
      </a:spPr>
      <a:bodyPr/>
      <a:lstStyle>
        <a:defPPr>
          <a:defRPr>
            <a:latin typeface="+mj-lt"/>
          </a:defRPr>
        </a:defPPr>
      </a:lstStyle>
    </a:spDef>
  </a:objectDefaults>
  <a:extraClrSchemeLst/>
  <a:extLst>
    <a:ext uri="{05A4C25C-085E-4340-85A3-A5531E510DB2}">
      <thm15:themeFamily xmlns:thm15="http://schemas.microsoft.com/office/thememl/2012/main" name="Presentation4" id="{DAAD2B39-F35F-E442-B000-97132C14D756}" vid="{3E699984-35A0-234D-A4FA-9B45B9B78E75}"/>
    </a:ext>
  </a:extLst>
</a:theme>
</file>

<file path=ppt/theme/theme5.xml><?xml version="1.0" encoding="utf-8"?>
<a:theme xmlns:a="http://schemas.openxmlformats.org/drawingml/2006/main" name="1_Light Blue">
  <a:themeElements>
    <a:clrScheme name="NPS">
      <a:dk1>
        <a:srgbClr val="000962"/>
      </a:dk1>
      <a:lt1>
        <a:srgbClr val="FFFFFF"/>
      </a:lt1>
      <a:dk2>
        <a:srgbClr val="000962"/>
      </a:dk2>
      <a:lt2>
        <a:srgbClr val="7FB9FF"/>
      </a:lt2>
      <a:accent1>
        <a:srgbClr val="000962"/>
      </a:accent1>
      <a:accent2>
        <a:srgbClr val="0468FF"/>
      </a:accent2>
      <a:accent3>
        <a:srgbClr val="A4EFBE"/>
      </a:accent3>
      <a:accent4>
        <a:srgbClr val="006254"/>
      </a:accent4>
      <a:accent5>
        <a:srgbClr val="4C1673"/>
      </a:accent5>
      <a:accent6>
        <a:srgbClr val="E2DFDD"/>
      </a:accent6>
      <a:hlink>
        <a:srgbClr val="467886"/>
      </a:hlink>
      <a:folHlink>
        <a:srgbClr val="96607D"/>
      </a:folHlink>
    </a:clrScheme>
    <a:fontScheme name="Custom 1">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anchor="ctr">
        <a:spAutoFit/>
      </a:bodyPr>
      <a:lstStyle>
        <a:defPPr algn="l">
          <a:defRPr sz="2000" dirty="0">
            <a:latin typeface="+mn-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Relationships xmlns="http://schemas.openxmlformats.org/package/2006/relationships"><Relationship Id="rId1" Type="http://schemas.openxmlformats.org/officeDocument/2006/relationships/customXmlProps" Target="itemProps1.xml"/></Relationships>
</file>

<file path=customXml/_rels/item2.xml.rels><?xml version="1.0" encoding="UTF-8"?><Relationships xmlns="http://schemas.openxmlformats.org/package/2006/relationships"><Relationship Id="rId1" Type="http://schemas.openxmlformats.org/officeDocument/2006/relationships/customXmlProps" Target="itemProps2.xml"/></Relationships>
</file>

<file path=customXml/_rels/item3.xml.rels><?xml version="1.0" encoding="UTF-8"?><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90EC192880CC940BEF50116D54B7C59" ma:contentTypeVersion="15" ma:contentTypeDescription="Create a new document." ma:contentTypeScope="" ma:versionID="e8df92539cb93a60d1f9d35c7ad8f2fc">
  <xsd:schema xmlns:xsd="http://www.w3.org/2001/XMLSchema" xmlns:xs="http://www.w3.org/2001/XMLSchema" xmlns:p="http://schemas.microsoft.com/office/2006/metadata/properties" xmlns:ns2="f7187551-dcd2-4df2-b465-e591e26c4685" xmlns:ns3="879a6a9b-e6a8-4c41-957b-9fddf8c68e29" targetNamespace="http://schemas.microsoft.com/office/2006/metadata/properties" ma:root="true" ma:fieldsID="afa368176db26a36f7bfda52c19dfe8d" ns2:_="" ns3:_="">
    <xsd:import namespace="f7187551-dcd2-4df2-b465-e591e26c4685"/>
    <xsd:import namespace="879a6a9b-e6a8-4c41-957b-9fddf8c68e2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187551-dcd2-4df2-b465-e591e26c46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2829bdbf-11ca-4188-ad5e-419b837c316a"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79a6a9b-e6a8-4c41-957b-9fddf8c68e2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5d170b91-55c6-426c-83c3-f69fcd712e6d}" ma:internalName="TaxCatchAll" ma:showField="CatchAllData" ma:web="879a6a9b-e6a8-4c41-957b-9fddf8c68e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879a6a9b-e6a8-4c41-957b-9fddf8c68e29">
      <UserInfo>
        <DisplayName>Ferguson, Michael S. (Mike)</DisplayName>
        <AccountId>25</AccountId>
        <AccountType/>
      </UserInfo>
      <UserInfo>
        <DisplayName>Cirrincione, Deborah (Debbie)</DisplayName>
        <AccountId>147</AccountId>
        <AccountType/>
      </UserInfo>
      <UserInfo>
        <DisplayName>Gulisano, James F. (Jamie)</DisplayName>
        <AccountId>28</AccountId>
        <AccountType/>
      </UserInfo>
      <UserInfo>
        <DisplayName>Mariutto, Jennifer M.</DisplayName>
        <AccountId>16</AccountId>
        <AccountType/>
      </UserInfo>
    </SharedWithUsers>
    <lcf76f155ced4ddcb4097134ff3c332f xmlns="f7187551-dcd2-4df2-b465-e591e26c4685">
      <Terms xmlns="http://schemas.microsoft.com/office/infopath/2007/PartnerControls"/>
    </lcf76f155ced4ddcb4097134ff3c332f>
    <TaxCatchAll xmlns="879a6a9b-e6a8-4c41-957b-9fddf8c68e29" xsi:nil="true"/>
  </documentManagement>
</p:properties>
</file>

<file path=customXml/itemProps1.xml><?xml version="1.0" encoding="utf-8"?>
<ds:datastoreItem xmlns:ds="http://schemas.openxmlformats.org/officeDocument/2006/customXml" ds:itemID="{1FE10666-54FC-4213-847B-F6F9F71B09E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7187551-dcd2-4df2-b465-e591e26c4685"/>
    <ds:schemaRef ds:uri="879a6a9b-e6a8-4c41-957b-9fddf8c68e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F327CDC-FC1B-45F8-B39E-D812521109CB}">
  <ds:schemaRefs>
    <ds:schemaRef ds:uri="http://schemas.microsoft.com/sharepoint/v3/contenttype/forms"/>
  </ds:schemaRefs>
</ds:datastoreItem>
</file>

<file path=customXml/itemProps3.xml><?xml version="1.0" encoding="utf-8"?>
<ds:datastoreItem xmlns:ds="http://schemas.openxmlformats.org/officeDocument/2006/customXml" ds:itemID="{9C258A8F-586B-499B-90F0-AA26C728EB82}">
  <ds:schemaRefs>
    <ds:schemaRef ds:uri="f7187551-dcd2-4df2-b465-e591e26c4685"/>
    <ds:schemaRef ds:uri="http://schemas.openxmlformats.org/package/2006/metadata/core-properties"/>
    <ds:schemaRef ds:uri="http://purl.org/dc/terms/"/>
    <ds:schemaRef ds:uri="879a6a9b-e6a8-4c41-957b-9fddf8c68e29"/>
    <ds:schemaRef ds:uri="http://www.w3.org/XML/1998/namespace"/>
    <ds:schemaRef ds:uri="http://schemas.microsoft.com/office/infopath/2007/PartnerControls"/>
    <ds:schemaRef ds:uri="http://purl.org/dc/dcmitype/"/>
    <ds:schemaRef ds:uri="http://schemas.microsoft.com/office/2006/documentManagement/types"/>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office theme</Template>
  <TotalTime>30</TotalTime>
  <Words>2983</Words>
  <Application>Microsoft Office PowerPoint</Application>
  <PresentationFormat>Widescreen</PresentationFormat>
  <Paragraphs>299</Paragraphs>
  <Slides>15</Slides>
  <Notes>14</Notes>
  <HiddenSlides>0</HiddenSlides>
  <MMClips>0</MMClips>
  <ScaleCrop>false</ScaleCrop>
  <HeadingPairs>
    <vt:vector size="8" baseType="variant">
      <vt:variant>
        <vt:lpstr>Fonts Used</vt:lpstr>
      </vt:variant>
      <vt:variant>
        <vt:i4>14</vt:i4>
      </vt:variant>
      <vt:variant>
        <vt:lpstr>Theme</vt:lpstr>
      </vt:variant>
      <vt:variant>
        <vt:i4>5</vt:i4>
      </vt:variant>
      <vt:variant>
        <vt:lpstr>Embedded OLE Servers</vt:lpstr>
      </vt:variant>
      <vt:variant>
        <vt:i4>1</vt:i4>
      </vt:variant>
      <vt:variant>
        <vt:lpstr>Slide Titles</vt:lpstr>
      </vt:variant>
      <vt:variant>
        <vt:i4>15</vt:i4>
      </vt:variant>
    </vt:vector>
  </HeadingPairs>
  <TitlesOfParts>
    <vt:vector size="35" baseType="lpstr">
      <vt:lpstr>AirbnbCereal_W_Bd</vt:lpstr>
      <vt:lpstr>AirbnbCereal_W_Md Med</vt:lpstr>
      <vt:lpstr>Alda Pro</vt:lpstr>
      <vt:lpstr>Aptos</vt:lpstr>
      <vt:lpstr>Arial</vt:lpstr>
      <vt:lpstr>Calibri</vt:lpstr>
      <vt:lpstr>Effra</vt:lpstr>
      <vt:lpstr>Effra Medium</vt:lpstr>
      <vt:lpstr>Effra Pro</vt:lpstr>
      <vt:lpstr>Geneva</vt:lpstr>
      <vt:lpstr>Georgia</vt:lpstr>
      <vt:lpstr>Segoe UI</vt:lpstr>
      <vt:lpstr>Tahoma</vt:lpstr>
      <vt:lpstr>Wingdings</vt:lpstr>
      <vt:lpstr>NYL Widescreen Theme</vt:lpstr>
      <vt:lpstr>3_ELEVATE light blue background 16-9</vt:lpstr>
      <vt:lpstr>NYL light background 16-9</vt:lpstr>
      <vt:lpstr>ELEVATE light blue background 16-9</vt:lpstr>
      <vt:lpstr>1_Light Blue</vt:lpstr>
      <vt:lpstr>think-cell Slide</vt:lpstr>
      <vt:lpstr>New Org:  What’s important week of April 27</vt:lpstr>
      <vt:lpstr>Register today: Economic and Market Update</vt:lpstr>
      <vt:lpstr>Get practical tips on how to work smarter with ClientMine</vt:lpstr>
      <vt:lpstr>April–May New Org bonus opportunity</vt:lpstr>
      <vt:lpstr>Take action on the 10% PDA opportunity</vt:lpstr>
      <vt:lpstr>Now live: GuideMe spring release</vt:lpstr>
      <vt:lpstr>Lifetime Mutual Income Annuity client mailing</vt:lpstr>
      <vt:lpstr>Make the most of Disability Awareness Month (DIAM) 2026</vt:lpstr>
      <vt:lpstr/>
      <vt:lpstr>Golden Futures Scholarship Deadline May 31</vt:lpstr>
      <vt:lpstr>Target Markets upcoming webinars</vt:lpstr>
      <vt:lpstr>The American College Exams: Retake and re-enrollment options</vt:lpstr>
      <vt:lpstr>Estab:  What’s important week of April 27</vt:lpstr>
      <vt:lpstr>May 2026 Variable Annuity &amp; VUL Platform Changes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Mariutto, Jennifer M.</dc:creator>
  <cp:lastModifiedBy>Bueti, Grazia (Grace)</cp:lastModifiedBy>
  <cp:revision>4</cp:revision>
  <cp:lastPrinted>2026-01-26T22:09:40Z</cp:lastPrinted>
  <dcterms:created xsi:type="dcterms:W3CDTF">2022-07-12T13:52:57Z</dcterms:created>
  <dcterms:modified xsi:type="dcterms:W3CDTF">2026-04-23T18:11:09Z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0x010100A90EC192880CC940BEF50116D54B7C59</vt:lpwstr>
  </property>
  <property fmtid="{D5CDD505-2E9C-101B-9397-08002B2CF9AE}" pid="3" name="MediaServiceImageTags">
    <vt:lpwstr/>
  </property>
  <property fmtid="{D5CDD505-2E9C-101B-9397-08002B2CF9AE}" pid="4" name="ArticulateGUID">
    <vt:lpwstr>93C0923A-4E14-470D-A1D5-300874841ADD</vt:lpwstr>
  </property>
  <property fmtid="{D5CDD505-2E9C-101B-9397-08002B2CF9AE}" pid="5" name="ArticulatePath">
    <vt:lpwstr>https://newyorklife-my.sharepoint.com/personal/ssubramani07_newyorklife_com/Documents/Desktop/Agency Comms/New Org Slides/New Org and manager slide deck/NewOrgSlides_for_Management_Update</vt:lpwstr>
  </property>
  <property fmtid="{D5CDD505-2E9C-101B-9397-08002B2CF9AE}" pid="6" name="MSIP_Label_8f0b5d98-aa4b-42ad-b5be-1e75bbcbb7d7_ActionId">
    <vt:lpwstr>4c43cdb1-80ab-4e5b-baad-d5201017abba</vt:lpwstr>
  </property>
  <property fmtid="{D5CDD505-2E9C-101B-9397-08002B2CF9AE}" pid="7" name="MSIP_Label_8f0b5d98-aa4b-42ad-b5be-1e75bbcbb7d7_SiteId">
    <vt:lpwstr>a651e8f0-93d2-41c2-88b6-e8c5a1ad2375</vt:lpwstr>
  </property>
  <property fmtid="{D5CDD505-2E9C-101B-9397-08002B2CF9AE}" pid="8" name="MSIP_Label_8f0b5d98-aa4b-42ad-b5be-1e75bbcbb7d7_Method">
    <vt:lpwstr>Standard</vt:lpwstr>
  </property>
  <property fmtid="{D5CDD505-2E9C-101B-9397-08002B2CF9AE}" pid="9" name="MSIP_Label_8f0b5d98-aa4b-42ad-b5be-1e75bbcbb7d7_Name">
    <vt:lpwstr>Internal-pilot</vt:lpwstr>
  </property>
  <property fmtid="{D5CDD505-2E9C-101B-9397-08002B2CF9AE}" pid="10" name="MSIP_Label_8f0b5d98-aa4b-42ad-b5be-1e75bbcbb7d7_ContentBits">
    <vt:lpwstr>0</vt:lpwstr>
  </property>
  <property fmtid="{D5CDD505-2E9C-101B-9397-08002B2CF9AE}" pid="11" name="MSIP_Label_8f0b5d98-aa4b-42ad-b5be-1e75bbcbb7d7_Enabled">
    <vt:lpwstr>true</vt:lpwstr>
  </property>
  <property fmtid="{D5CDD505-2E9C-101B-9397-08002B2CF9AE}" pid="12" name="MSIP_Label_8f0b5d98-aa4b-42ad-b5be-1e75bbcbb7d7_Tag">
    <vt:lpwstr>10, 3, 0, 2</vt:lpwstr>
  </property>
  <property fmtid="{D5CDD505-2E9C-101B-9397-08002B2CF9AE}" pid="13" name="MSIP_Label_8f0b5d98-aa4b-42ad-b5be-1e75bbcbb7d7_SetDate">
    <vt:lpwstr>2025-07-31T18:26:42Z</vt:lpwstr>
  </property>
</Properties>
</file>