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5BDB3-F5A7-4713-A255-45FA6336916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BD413-2A05-4DD7-90DB-F2361D658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6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0C87-021D-4750-4984-F992D755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C7E39-6261-68F4-08FB-D72D93352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B33CF-0D30-B3EB-811C-80A255560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06A23-F104-CA10-9BB6-EF769F468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F2EEE2-46E2-47E5-8287-018A51779D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68406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BBB44ED-3F55-29A4-DD1E-8FC01AD0F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269" y="493776"/>
            <a:ext cx="10939462" cy="8046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1906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BBB44ED-3F55-29A4-DD1E-8FC01AD0F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269" y="493776"/>
            <a:ext cx="10939462" cy="8046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1906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6671-891F-05B5-E76C-0E97C76544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946" y="381000"/>
            <a:ext cx="11294854" cy="496033"/>
          </a:xfrm>
        </p:spPr>
        <p:txBody>
          <a:bodyPr wrap="square">
            <a:noAutofit/>
          </a:bodyPr>
          <a:lstStyle>
            <a:lvl1pPr>
              <a:spcBef>
                <a:spcPts val="8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Main heading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2AF48-D0E9-35B2-E289-CB02A3E2F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4500"/>
            <a:ext cx="11277600" cy="411480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  <a:lvl2pPr marL="685800" indent="-228600">
              <a:lnSpc>
                <a:spcPct val="120000"/>
              </a:lnSpc>
              <a:spcBef>
                <a:spcPts val="600"/>
              </a:spcBef>
              <a:buFont typeface="System Font Regular"/>
              <a:buChar char="⎼"/>
              <a:defRPr sz="1800">
                <a:solidFill>
                  <a:srgbClr val="000000"/>
                </a:solidFill>
              </a:defRPr>
            </a:lvl2pPr>
            <a:lvl3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000000"/>
                </a:solidFill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buFont typeface="System Font Regular"/>
              <a:buChar char="⎼"/>
              <a:defRPr sz="1400">
                <a:solidFill>
                  <a:srgbClr val="000000"/>
                </a:solidFill>
              </a:defRPr>
            </a:lvl4pPr>
            <a:lvl5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D31BAC0-BC8B-E413-6089-9DD81A14F6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9946" y="953242"/>
            <a:ext cx="11294854" cy="49603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  <a:defRPr sz="2200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subheading or intro line</a:t>
            </a:r>
          </a:p>
        </p:txBody>
      </p:sp>
    </p:spTree>
    <p:extLst>
      <p:ext uri="{BB962C8B-B14F-4D97-AF65-F5344CB8AC3E}">
        <p14:creationId xmlns:p14="http://schemas.microsoft.com/office/powerpoint/2010/main" val="1693236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6671-891F-05B5-E76C-0E97C76544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946" y="381000"/>
            <a:ext cx="11294854" cy="496033"/>
          </a:xfrm>
        </p:spPr>
        <p:txBody>
          <a:bodyPr wrap="square">
            <a:noAutofit/>
          </a:bodyPr>
          <a:lstStyle>
            <a:lvl1pPr>
              <a:spcBef>
                <a:spcPts val="8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Main heading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2AF48-D0E9-35B2-E289-CB02A3E2F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4500"/>
            <a:ext cx="11277600" cy="411480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  <a:lvl2pPr marL="685800" indent="-228600">
              <a:lnSpc>
                <a:spcPct val="120000"/>
              </a:lnSpc>
              <a:spcBef>
                <a:spcPts val="600"/>
              </a:spcBef>
              <a:buFont typeface="System Font Regular"/>
              <a:buChar char="⎼"/>
              <a:defRPr sz="1800">
                <a:solidFill>
                  <a:srgbClr val="000000"/>
                </a:solidFill>
              </a:defRPr>
            </a:lvl2pPr>
            <a:lvl3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000000"/>
                </a:solidFill>
              </a:defRPr>
            </a:lvl3pPr>
            <a:lvl4pPr marL="1600200" indent="-228600">
              <a:lnSpc>
                <a:spcPct val="120000"/>
              </a:lnSpc>
              <a:spcBef>
                <a:spcPts val="600"/>
              </a:spcBef>
              <a:buFont typeface="System Font Regular"/>
              <a:buChar char="⎼"/>
              <a:defRPr sz="1400">
                <a:solidFill>
                  <a:srgbClr val="000000"/>
                </a:solidFill>
              </a:defRPr>
            </a:lvl4pPr>
            <a:lvl5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D31BAC0-BC8B-E413-6089-9DD81A14F6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9946" y="953242"/>
            <a:ext cx="11294854" cy="49603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  <a:defRPr sz="2200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subheading or intro line</a:t>
            </a:r>
          </a:p>
        </p:txBody>
      </p:sp>
    </p:spTree>
    <p:extLst>
      <p:ext uri="{BB962C8B-B14F-4D97-AF65-F5344CB8AC3E}">
        <p14:creationId xmlns:p14="http://schemas.microsoft.com/office/powerpoint/2010/main" val="1693236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C06F-3A45-C2D3-0C85-2FD896706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766" y="2485075"/>
            <a:ext cx="10834468" cy="943925"/>
          </a:xfrm>
        </p:spPr>
        <p:txBody>
          <a:bodyPr lIns="0" anchor="t" anchorCtr="0"/>
          <a:lstStyle>
            <a:lvl1pPr algn="ctr">
              <a:defRPr sz="5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C06F-3A45-C2D3-0C85-2FD896706B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766" y="2485075"/>
            <a:ext cx="10834468" cy="943925"/>
          </a:xfrm>
        </p:spPr>
        <p:txBody>
          <a:bodyPr lIns="0" anchor="t" anchorCtr="0"/>
          <a:lstStyle>
            <a:lvl1pPr algn="ctr">
              <a:defRPr sz="5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A992317-2EB7-BE94-DA22-137A68110825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096000" y="0"/>
            <a:ext cx="6096000" cy="6858000"/>
          </a:xfrm>
          <a:solidFill>
            <a:srgbClr val="A5EFBF">
              <a:alpha val="50000"/>
            </a:srgbClr>
          </a:solidFill>
        </p:spPr>
        <p:txBody>
          <a:bodyPr lIns="0" anchor="ctr" anchorCtr="0"/>
          <a:lstStyle>
            <a:lvl1pPr marL="0" indent="0" algn="ctr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Effra" panose="020B0606080202020204" pitchFamily="34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3CB6E0-0218-7DCC-B7E5-3C90E485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3776"/>
            <a:ext cx="5029200" cy="2487168"/>
          </a:xfrm>
        </p:spPr>
        <p:txBody>
          <a:bodyPr/>
          <a:lstStyle>
            <a:lvl1pPr>
              <a:defRPr sz="3600">
                <a:solidFill>
                  <a:srgbClr val="000A6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8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A992317-2EB7-BE94-DA22-137A68110825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096000" y="0"/>
            <a:ext cx="6096000" cy="6858000"/>
          </a:xfrm>
          <a:solidFill>
            <a:srgbClr val="A5EFBF">
              <a:alpha val="50000"/>
            </a:srgbClr>
          </a:solidFill>
        </p:spPr>
        <p:txBody>
          <a:bodyPr lIns="0" anchor="ctr" anchorCtr="0"/>
          <a:lstStyle>
            <a:lvl1pPr marL="0" indent="0" algn="ctr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Effra" panose="020B0606080202020204" pitchFamily="34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3CB6E0-0218-7DCC-B7E5-3C90E485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3776"/>
            <a:ext cx="5029200" cy="2487168"/>
          </a:xfrm>
        </p:spPr>
        <p:txBody>
          <a:bodyPr/>
          <a:lstStyle>
            <a:lvl1pPr>
              <a:defRPr sz="3600">
                <a:solidFill>
                  <a:srgbClr val="000A6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82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grey square&#10;&#10;AI-generated content may be incorrect.">
            <a:extLst>
              <a:ext uri="{FF2B5EF4-FFF2-40B4-BE49-F238E27FC236}">
                <a16:creationId xmlns:a16="http://schemas.microsoft.com/office/drawing/2014/main" id="{2DF24091-7EBA-FD4B-03D5-2769DDC4F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304800"/>
            <a:ext cx="6578600" cy="65532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F53EAEA-39FB-5B87-7263-2C114FEFF0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856245" y="2183735"/>
            <a:ext cx="2479509" cy="2490530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733DA5-7CEB-156D-B682-AC4F46921F76}"/>
              </a:ext>
            </a:extLst>
          </p:cNvPr>
          <p:cNvSpPr txBox="1"/>
          <p:nvPr userDrawn="1"/>
        </p:nvSpPr>
        <p:spPr>
          <a:xfrm>
            <a:off x="11303871" y="6303527"/>
            <a:ext cx="429164" cy="2103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algn="r" defTabSz="914400" rtl="0" eaLnBrk="1" latinLnBrk="0" hangingPunct="1"/>
            <a:fld id="{B14C4DC2-5DCA-497B-95BC-EA9B7B01D74F}" type="slidenum">
              <a:rPr lang="en-ID" sz="1000" b="0" kern="120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ID" sz="1000" b="0" kern="120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983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grey square&#10;&#10;AI-generated content may be incorrect.">
            <a:extLst>
              <a:ext uri="{FF2B5EF4-FFF2-40B4-BE49-F238E27FC236}">
                <a16:creationId xmlns:a16="http://schemas.microsoft.com/office/drawing/2014/main" id="{2DF24091-7EBA-FD4B-03D5-2769DDC4F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304800"/>
            <a:ext cx="6578600" cy="65532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F53EAEA-39FB-5B87-7263-2C114FEFF0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856245" y="2183735"/>
            <a:ext cx="2479509" cy="2490530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733DA5-7CEB-156D-B682-AC4F46921F76}"/>
              </a:ext>
            </a:extLst>
          </p:cNvPr>
          <p:cNvSpPr txBox="1"/>
          <p:nvPr userDrawn="1"/>
        </p:nvSpPr>
        <p:spPr>
          <a:xfrm>
            <a:off x="11303871" y="6303527"/>
            <a:ext cx="429164" cy="2103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algn="r" defTabSz="914400" rtl="0" eaLnBrk="1" latinLnBrk="0" hangingPunct="1"/>
            <a:fld id="{B14C4DC2-5DCA-497B-95BC-EA9B7B01D74F}" type="slidenum">
              <a:rPr lang="en-ID" sz="1000" b="0" kern="120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ID" sz="1000" b="0" kern="120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98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grey square&#10;&#10;AI-generated content may be incorrect.">
            <a:extLst>
              <a:ext uri="{FF2B5EF4-FFF2-40B4-BE49-F238E27FC236}">
                <a16:creationId xmlns:a16="http://schemas.microsoft.com/office/drawing/2014/main" id="{2DF24091-7EBA-FD4B-03D5-2769DDC4F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304800"/>
            <a:ext cx="6578600" cy="6553200"/>
          </a:xfrm>
          <a:prstGeom prst="rect">
            <a:avLst/>
          </a:prstGeom>
        </p:spPr>
      </p:pic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998306C0-7B5B-AB98-EC2E-C89EC1D1A8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19977" y="2624326"/>
            <a:ext cx="6352045" cy="16093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E22BEF-0925-1E3B-D20F-77CDF40128C3}"/>
              </a:ext>
            </a:extLst>
          </p:cNvPr>
          <p:cNvSpPr txBox="1"/>
          <p:nvPr userDrawn="1"/>
        </p:nvSpPr>
        <p:spPr>
          <a:xfrm>
            <a:off x="11303871" y="6303527"/>
            <a:ext cx="429164" cy="2103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algn="r" defTabSz="914400" rtl="0" eaLnBrk="1" latinLnBrk="0" hangingPunct="1"/>
            <a:fld id="{B14C4DC2-5DCA-497B-95BC-EA9B7B01D74F}" type="slidenum">
              <a:rPr lang="en-ID" sz="1000" b="0" kern="120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ID" sz="1000" b="0" kern="120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1780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grey square&#10;&#10;AI-generated content may be incorrect.">
            <a:extLst>
              <a:ext uri="{FF2B5EF4-FFF2-40B4-BE49-F238E27FC236}">
                <a16:creationId xmlns:a16="http://schemas.microsoft.com/office/drawing/2014/main" id="{2DF24091-7EBA-FD4B-03D5-2769DDC4F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304800"/>
            <a:ext cx="6578600" cy="6553200"/>
          </a:xfrm>
          <a:prstGeom prst="rect">
            <a:avLst/>
          </a:prstGeom>
        </p:spPr>
      </p:pic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998306C0-7B5B-AB98-EC2E-C89EC1D1A8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19977" y="2624326"/>
            <a:ext cx="6352045" cy="16093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E22BEF-0925-1E3B-D20F-77CDF40128C3}"/>
              </a:ext>
            </a:extLst>
          </p:cNvPr>
          <p:cNvSpPr txBox="1"/>
          <p:nvPr userDrawn="1"/>
        </p:nvSpPr>
        <p:spPr>
          <a:xfrm>
            <a:off x="11303871" y="6303527"/>
            <a:ext cx="429164" cy="2103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algn="r" defTabSz="914400" rtl="0" eaLnBrk="1" latinLnBrk="0" hangingPunct="1"/>
            <a:fld id="{B14C4DC2-5DCA-497B-95BC-EA9B7B01D74F}" type="slidenum">
              <a:rPr lang="en-ID" sz="1000" b="0" kern="120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ID" sz="1000" b="0" kern="120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178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09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09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93B5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03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93B5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037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094345-04FF-8630-00A7-F213C8364BF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94345-04FF-8630-00A7-F213C8364B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D31BAC0-BC8B-E413-6089-9DD81A14F6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53242"/>
            <a:ext cx="11277600" cy="3100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  <a:defRPr sz="2000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subheading or intro 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9147D-DC14-E918-3763-AF6C74F9CB6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44DBCA-7E97-8528-B064-79644DD17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7214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094345-04FF-8630-00A7-F213C8364BF1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94345-04FF-8630-00A7-F213C8364B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D31BAC0-BC8B-E413-6089-9DD81A14F6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953242"/>
            <a:ext cx="11277600" cy="31002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  <a:defRPr sz="2000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Optional subheading or intro 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9147D-DC14-E918-3763-AF6C74F9CB6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44DBCA-7E97-8528-B064-79644DD17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7214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A4A3A4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image" Target="../media/image2.emf"/><Relationship Id="rId13" Type="http://schemas.openxmlformats.org/officeDocument/2006/relationships/image" Target="../media/image3.png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image" Target="../media/image2.emf"/><Relationship Id="rId13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3000">
              <a:srgbClr val="73ACED"/>
            </a:gs>
            <a:gs pos="100000">
              <a:srgbClr val="699DD8"/>
            </a:gs>
            <a:gs pos="26000">
              <a:srgbClr val="9AC8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627F9DBD-C578-1BC4-D502-322F3D2B8C7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57200" y="6186192"/>
            <a:ext cx="455176" cy="457200"/>
          </a:xfrm>
          <a:prstGeom prst="rect">
            <a:avLst/>
          </a:prstGeom>
          <a:effectLst/>
        </p:spPr>
      </p:pic>
      <p:grpSp>
        <p:nvGrpSpPr>
          <p:cNvPr id="71" name="Cut Out" hidden="1">
            <a:extLst>
              <a:ext uri="{FF2B5EF4-FFF2-40B4-BE49-F238E27FC236}">
                <a16:creationId xmlns:a16="http://schemas.microsoft.com/office/drawing/2014/main" id="{645A4865-68ED-9412-B75A-3F8ACB57FB6E}"/>
              </a:ext>
            </a:extLst>
          </p:cNvPr>
          <p:cNvGrpSpPr/>
          <p:nvPr userDrawn="1"/>
        </p:nvGrpSpPr>
        <p:grpSpPr>
          <a:xfrm>
            <a:off x="-247316" y="391974"/>
            <a:ext cx="5968819" cy="6782282"/>
            <a:chOff x="-247316" y="391974"/>
            <a:chExt cx="5968819" cy="6782282"/>
          </a:xfrm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AAF9C22-8F00-F0CC-F430-DDD56142D83E}"/>
                </a:ext>
              </a:extLst>
            </p:cNvPr>
            <p:cNvSpPr/>
            <p:nvPr userDrawn="1"/>
          </p:nvSpPr>
          <p:spPr>
            <a:xfrm rot="20700000">
              <a:off x="4501782" y="391974"/>
              <a:ext cx="1219721" cy="6782282"/>
            </a:xfrm>
            <a:custGeom>
              <a:avLst/>
              <a:gdLst>
                <a:gd name="connsiteX0" fmla="*/ 1219721 w 1219721"/>
                <a:gd name="connsiteY0" fmla="*/ 0 h 6782282"/>
                <a:gd name="connsiteX1" fmla="*/ 1219720 w 1219721"/>
                <a:gd name="connsiteY1" fmla="*/ 6782282 h 6782282"/>
                <a:gd name="connsiteX2" fmla="*/ 0 w 1219721"/>
                <a:gd name="connsiteY2" fmla="*/ 6455459 h 6782282"/>
                <a:gd name="connsiteX3" fmla="*/ 0 w 1219721"/>
                <a:gd name="connsiteY3" fmla="*/ 1216910 h 6782282"/>
                <a:gd name="connsiteX4" fmla="*/ 1216910 w 1219721"/>
                <a:gd name="connsiteY4" fmla="*/ 0 h 678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721" h="6782282">
                  <a:moveTo>
                    <a:pt x="1219721" y="0"/>
                  </a:moveTo>
                  <a:lnTo>
                    <a:pt x="1219720" y="6782282"/>
                  </a:lnTo>
                  <a:lnTo>
                    <a:pt x="0" y="6455459"/>
                  </a:lnTo>
                  <a:lnTo>
                    <a:pt x="0" y="1216910"/>
                  </a:lnTo>
                  <a:lnTo>
                    <a:pt x="1216910" y="0"/>
                  </a:lnTo>
                  <a:close/>
                </a:path>
              </a:pathLst>
            </a:custGeom>
            <a:solidFill>
              <a:srgbClr val="66A4FF">
                <a:alpha val="7502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7F2DA9D-A2E1-6623-5534-DE193CE69237}"/>
                </a:ext>
              </a:extLst>
            </p:cNvPr>
            <p:cNvSpPr/>
            <p:nvPr userDrawn="1"/>
          </p:nvSpPr>
          <p:spPr>
            <a:xfrm rot="20700000">
              <a:off x="3086241" y="2413806"/>
              <a:ext cx="1219717" cy="4725406"/>
            </a:xfrm>
            <a:custGeom>
              <a:avLst/>
              <a:gdLst>
                <a:gd name="connsiteX0" fmla="*/ 1219717 w 1219717"/>
                <a:gd name="connsiteY0" fmla="*/ 0 h 4725406"/>
                <a:gd name="connsiteX1" fmla="*/ 1219717 w 1219717"/>
                <a:gd name="connsiteY1" fmla="*/ 4725406 h 4725406"/>
                <a:gd name="connsiteX2" fmla="*/ 0 w 1219717"/>
                <a:gd name="connsiteY2" fmla="*/ 4398584 h 4725406"/>
                <a:gd name="connsiteX3" fmla="*/ 0 w 1219717"/>
                <a:gd name="connsiteY3" fmla="*/ 1219718 h 4725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717" h="4725406">
                  <a:moveTo>
                    <a:pt x="1219717" y="0"/>
                  </a:moveTo>
                  <a:lnTo>
                    <a:pt x="1219717" y="4725406"/>
                  </a:lnTo>
                  <a:lnTo>
                    <a:pt x="0" y="4398584"/>
                  </a:lnTo>
                  <a:lnTo>
                    <a:pt x="0" y="1219718"/>
                  </a:lnTo>
                  <a:close/>
                </a:path>
              </a:pathLst>
            </a:custGeom>
            <a:solidFill>
              <a:srgbClr val="CDE1FF">
                <a:alpha val="7478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507EE6BD-3353-5291-18D0-AE718EEBDDB9}"/>
                </a:ext>
              </a:extLst>
            </p:cNvPr>
            <p:cNvSpPr/>
            <p:nvPr userDrawn="1"/>
          </p:nvSpPr>
          <p:spPr>
            <a:xfrm rot="20700000">
              <a:off x="1675953" y="4431391"/>
              <a:ext cx="1219720" cy="2672853"/>
            </a:xfrm>
            <a:custGeom>
              <a:avLst/>
              <a:gdLst>
                <a:gd name="connsiteX0" fmla="*/ 1219720 w 1219720"/>
                <a:gd name="connsiteY0" fmla="*/ 0 h 2672853"/>
                <a:gd name="connsiteX1" fmla="*/ 1219720 w 1219720"/>
                <a:gd name="connsiteY1" fmla="*/ 2672853 h 2672853"/>
                <a:gd name="connsiteX2" fmla="*/ 0 w 1219720"/>
                <a:gd name="connsiteY2" fmla="*/ 2346030 h 2672853"/>
                <a:gd name="connsiteX3" fmla="*/ 0 w 1219720"/>
                <a:gd name="connsiteY3" fmla="*/ 1219720 h 267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720" h="2672853">
                  <a:moveTo>
                    <a:pt x="1219720" y="0"/>
                  </a:moveTo>
                  <a:lnTo>
                    <a:pt x="1219720" y="2672853"/>
                  </a:lnTo>
                  <a:lnTo>
                    <a:pt x="0" y="2346030"/>
                  </a:lnTo>
                  <a:lnTo>
                    <a:pt x="0" y="1219720"/>
                  </a:lnTo>
                  <a:close/>
                </a:path>
              </a:pathLst>
            </a:custGeom>
            <a:solidFill>
              <a:srgbClr val="F3F8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868CEA2-789D-E697-16FE-ACD6F7B6F760}"/>
                </a:ext>
              </a:extLst>
            </p:cNvPr>
            <p:cNvSpPr/>
            <p:nvPr userDrawn="1"/>
          </p:nvSpPr>
          <p:spPr>
            <a:xfrm rot="20700000">
              <a:off x="-247316" y="1017576"/>
              <a:ext cx="5315676" cy="1216909"/>
            </a:xfrm>
            <a:custGeom>
              <a:avLst/>
              <a:gdLst>
                <a:gd name="connsiteX0" fmla="*/ 5315676 w 5315676"/>
                <a:gd name="connsiteY0" fmla="*/ 0 h 1216909"/>
                <a:gd name="connsiteX1" fmla="*/ 4098766 w 5315676"/>
                <a:gd name="connsiteY1" fmla="*/ 1216909 h 1216909"/>
                <a:gd name="connsiteX2" fmla="*/ 4098766 w 5315676"/>
                <a:gd name="connsiteY2" fmla="*/ 1214099 h 1216909"/>
                <a:gd name="connsiteX3" fmla="*/ 0 w 5315676"/>
                <a:gd name="connsiteY3" fmla="*/ 1214099 h 1216909"/>
                <a:gd name="connsiteX4" fmla="*/ 325317 w 5315676"/>
                <a:gd name="connsiteY4" fmla="*/ 0 h 1216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15676" h="1216909">
                  <a:moveTo>
                    <a:pt x="5315676" y="0"/>
                  </a:moveTo>
                  <a:lnTo>
                    <a:pt x="4098766" y="1216909"/>
                  </a:lnTo>
                  <a:lnTo>
                    <a:pt x="4098766" y="1214099"/>
                  </a:lnTo>
                  <a:lnTo>
                    <a:pt x="0" y="1214099"/>
                  </a:lnTo>
                  <a:lnTo>
                    <a:pt x="325317" y="0"/>
                  </a:lnTo>
                  <a:close/>
                </a:path>
              </a:pathLst>
            </a:custGeom>
            <a:solidFill>
              <a:srgbClr val="3486FF">
                <a:alpha val="7481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355C7A9-C0A5-8D5F-EB91-F99F6596BF4C}"/>
                </a:ext>
              </a:extLst>
            </p:cNvPr>
            <p:cNvSpPr/>
            <p:nvPr userDrawn="1"/>
          </p:nvSpPr>
          <p:spPr>
            <a:xfrm rot="20700000">
              <a:off x="-226351" y="2847108"/>
              <a:ext cx="4127824" cy="1222528"/>
            </a:xfrm>
            <a:custGeom>
              <a:avLst/>
              <a:gdLst>
                <a:gd name="connsiteX0" fmla="*/ 4127824 w 4127824"/>
                <a:gd name="connsiteY0" fmla="*/ 0 h 1222528"/>
                <a:gd name="connsiteX1" fmla="*/ 4127824 w 4127824"/>
                <a:gd name="connsiteY1" fmla="*/ 2811 h 1222528"/>
                <a:gd name="connsiteX2" fmla="*/ 2908106 w 4127824"/>
                <a:gd name="connsiteY2" fmla="*/ 1222528 h 1222528"/>
                <a:gd name="connsiteX3" fmla="*/ 2908106 w 4127824"/>
                <a:gd name="connsiteY3" fmla="*/ 1214099 h 1222528"/>
                <a:gd name="connsiteX4" fmla="*/ 0 w 4127824"/>
                <a:gd name="connsiteY4" fmla="*/ 1214099 h 1222528"/>
                <a:gd name="connsiteX5" fmla="*/ 325317 w 4127824"/>
                <a:gd name="connsiteY5" fmla="*/ 0 h 1222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27824" h="1222528">
                  <a:moveTo>
                    <a:pt x="4127824" y="0"/>
                  </a:moveTo>
                  <a:lnTo>
                    <a:pt x="4127824" y="2811"/>
                  </a:lnTo>
                  <a:lnTo>
                    <a:pt x="2908106" y="1222528"/>
                  </a:lnTo>
                  <a:lnTo>
                    <a:pt x="2908106" y="1214099"/>
                  </a:lnTo>
                  <a:lnTo>
                    <a:pt x="0" y="1214099"/>
                  </a:lnTo>
                  <a:lnTo>
                    <a:pt x="325317" y="0"/>
                  </a:lnTo>
                  <a:close/>
                </a:path>
              </a:pathLst>
            </a:custGeom>
            <a:solidFill>
              <a:srgbClr val="99C2FF">
                <a:alpha val="7514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1568EE0E-6087-7F47-4FC1-A508563439ED}"/>
                </a:ext>
              </a:extLst>
            </p:cNvPr>
            <p:cNvSpPr/>
            <p:nvPr userDrawn="1"/>
          </p:nvSpPr>
          <p:spPr>
            <a:xfrm rot="20700000">
              <a:off x="-206161" y="4676366"/>
              <a:ext cx="2942781" cy="1222530"/>
            </a:xfrm>
            <a:custGeom>
              <a:avLst/>
              <a:gdLst>
                <a:gd name="connsiteX0" fmla="*/ 2942781 w 2942781"/>
                <a:gd name="connsiteY0" fmla="*/ 0 h 1222530"/>
                <a:gd name="connsiteX1" fmla="*/ 2942781 w 2942781"/>
                <a:gd name="connsiteY1" fmla="*/ 2811 h 1222530"/>
                <a:gd name="connsiteX2" fmla="*/ 1723060 w 2942781"/>
                <a:gd name="connsiteY2" fmla="*/ 1222530 h 1222530"/>
                <a:gd name="connsiteX3" fmla="*/ 1723060 w 2942781"/>
                <a:gd name="connsiteY3" fmla="*/ 1214099 h 1222530"/>
                <a:gd name="connsiteX4" fmla="*/ 0 w 2942781"/>
                <a:gd name="connsiteY4" fmla="*/ 1214098 h 1222530"/>
                <a:gd name="connsiteX5" fmla="*/ 325316 w 2942781"/>
                <a:gd name="connsiteY5" fmla="*/ 0 h 1222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42781" h="1222530">
                  <a:moveTo>
                    <a:pt x="2942781" y="0"/>
                  </a:moveTo>
                  <a:lnTo>
                    <a:pt x="2942781" y="2811"/>
                  </a:lnTo>
                  <a:lnTo>
                    <a:pt x="1723060" y="1222530"/>
                  </a:lnTo>
                  <a:lnTo>
                    <a:pt x="1723060" y="1214099"/>
                  </a:lnTo>
                  <a:lnTo>
                    <a:pt x="0" y="1214098"/>
                  </a:lnTo>
                  <a:lnTo>
                    <a:pt x="325316" y="0"/>
                  </a:lnTo>
                  <a:close/>
                </a:path>
              </a:pathLst>
            </a:custGeom>
            <a:solidFill>
              <a:srgbClr val="D9E9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D09C11-7276-B67A-A1A1-4C875D1ABA6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57200" y="493776"/>
            <a:ext cx="11275835" cy="8046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7CC43-E171-1153-2B75-F702D7B914A8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457201" y="1554480"/>
            <a:ext cx="11275834" cy="42472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hidden="1">
            <a:extLst>
              <a:ext uri="{FF2B5EF4-FFF2-40B4-BE49-F238E27FC236}">
                <a16:creationId xmlns:a16="http://schemas.microsoft.com/office/drawing/2014/main" id="{0BF76C95-9667-2357-762F-B7B15D7BA3E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99931" y="-813939"/>
            <a:ext cx="2208828" cy="563207"/>
          </a:xfrm>
          <a:prstGeom prst="rect">
            <a:avLst/>
          </a:prstGeom>
        </p:spPr>
      </p:pic>
      <p:grpSp>
        <p:nvGrpSpPr>
          <p:cNvPr id="38" name="Full Size" hidden="1">
            <a:extLst>
              <a:ext uri="{FF2B5EF4-FFF2-40B4-BE49-F238E27FC236}">
                <a16:creationId xmlns:a16="http://schemas.microsoft.com/office/drawing/2014/main" id="{CBF5D916-2559-D87A-6071-0827F3911641}"/>
              </a:ext>
            </a:extLst>
          </p:cNvPr>
          <p:cNvGrpSpPr/>
          <p:nvPr userDrawn="1"/>
        </p:nvGrpSpPr>
        <p:grpSpPr>
          <a:xfrm rot="-19800000">
            <a:off x="-13122649" y="-4850920"/>
            <a:ext cx="20342655" cy="21641432"/>
            <a:chOff x="-289533" y="-2834540"/>
            <a:chExt cx="9192657" cy="9779562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9460502-8A0D-F9D8-E3FC-D3C35053B797}"/>
                </a:ext>
              </a:extLst>
            </p:cNvPr>
            <p:cNvSpPr/>
            <p:nvPr userDrawn="1"/>
          </p:nvSpPr>
          <p:spPr>
            <a:xfrm rot="18900000">
              <a:off x="8351944" y="-2834540"/>
              <a:ext cx="551180" cy="7708900"/>
            </a:xfrm>
            <a:custGeom>
              <a:avLst/>
              <a:gdLst>
                <a:gd name="connsiteX0" fmla="*/ 551180 w 551180"/>
                <a:gd name="connsiteY0" fmla="*/ 0 h 7708900"/>
                <a:gd name="connsiteX1" fmla="*/ 551180 w 551180"/>
                <a:gd name="connsiteY1" fmla="*/ 7708900 h 7708900"/>
                <a:gd name="connsiteX2" fmla="*/ 0 w 551180"/>
                <a:gd name="connsiteY2" fmla="*/ 7708900 h 7708900"/>
                <a:gd name="connsiteX3" fmla="*/ 0 w 551180"/>
                <a:gd name="connsiteY3" fmla="*/ 549910 h 7708900"/>
                <a:gd name="connsiteX4" fmla="*/ 549910 w 551180"/>
                <a:gd name="connsiteY4" fmla="*/ 0 h 7708900"/>
                <a:gd name="connsiteX5" fmla="*/ 551180 w 551180"/>
                <a:gd name="connsiteY5" fmla="*/ 0 h 770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1180" h="7708900">
                  <a:moveTo>
                    <a:pt x="551180" y="0"/>
                  </a:moveTo>
                  <a:lnTo>
                    <a:pt x="551180" y="7708900"/>
                  </a:lnTo>
                  <a:lnTo>
                    <a:pt x="0" y="7708900"/>
                  </a:lnTo>
                  <a:lnTo>
                    <a:pt x="0" y="549910"/>
                  </a:lnTo>
                  <a:lnTo>
                    <a:pt x="549910" y="0"/>
                  </a:lnTo>
                  <a:lnTo>
                    <a:pt x="551180" y="0"/>
                  </a:lnTo>
                  <a:close/>
                </a:path>
              </a:pathLst>
            </a:custGeom>
            <a:solidFill>
              <a:srgbClr val="66A4FF">
                <a:alpha val="7502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5626CB4-BBEE-998F-0B0A-69DF05DFB1D9}"/>
                </a:ext>
              </a:extLst>
            </p:cNvPr>
            <p:cNvSpPr/>
            <p:nvPr userDrawn="1"/>
          </p:nvSpPr>
          <p:spPr>
            <a:xfrm rot="18900000">
              <a:off x="8350599" y="-1797133"/>
              <a:ext cx="551179" cy="7707629"/>
            </a:xfrm>
            <a:custGeom>
              <a:avLst/>
              <a:gdLst>
                <a:gd name="connsiteX0" fmla="*/ 551179 w 551179"/>
                <a:gd name="connsiteY0" fmla="*/ 0 h 7707629"/>
                <a:gd name="connsiteX1" fmla="*/ 551179 w 551179"/>
                <a:gd name="connsiteY1" fmla="*/ 7707629 h 7707629"/>
                <a:gd name="connsiteX2" fmla="*/ 0 w 551179"/>
                <a:gd name="connsiteY2" fmla="*/ 7707629 h 7707629"/>
                <a:gd name="connsiteX3" fmla="*/ 0 w 551179"/>
                <a:gd name="connsiteY3" fmla="*/ 551179 h 7707629"/>
                <a:gd name="connsiteX4" fmla="*/ 551179 w 551179"/>
                <a:gd name="connsiteY4" fmla="*/ 0 h 77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179" h="7707629">
                  <a:moveTo>
                    <a:pt x="551179" y="0"/>
                  </a:moveTo>
                  <a:lnTo>
                    <a:pt x="551179" y="7707629"/>
                  </a:lnTo>
                  <a:lnTo>
                    <a:pt x="0" y="7707629"/>
                  </a:lnTo>
                  <a:lnTo>
                    <a:pt x="0" y="551179"/>
                  </a:lnTo>
                  <a:lnTo>
                    <a:pt x="551179" y="0"/>
                  </a:lnTo>
                  <a:close/>
                </a:path>
              </a:pathLst>
            </a:custGeom>
            <a:solidFill>
              <a:srgbClr val="CDE1FF">
                <a:alpha val="7478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6C2146AF-D932-DAFB-A40A-398827AB05D0}"/>
                </a:ext>
              </a:extLst>
            </p:cNvPr>
            <p:cNvSpPr/>
            <p:nvPr userDrawn="1"/>
          </p:nvSpPr>
          <p:spPr>
            <a:xfrm rot="18900000">
              <a:off x="8350597" y="-762607"/>
              <a:ext cx="551180" cy="7707629"/>
            </a:xfrm>
            <a:custGeom>
              <a:avLst/>
              <a:gdLst>
                <a:gd name="connsiteX0" fmla="*/ 551180 w 551180"/>
                <a:gd name="connsiteY0" fmla="*/ 0 h 7707629"/>
                <a:gd name="connsiteX1" fmla="*/ 551180 w 551180"/>
                <a:gd name="connsiteY1" fmla="*/ 7707629 h 7707629"/>
                <a:gd name="connsiteX2" fmla="*/ 0 w 551180"/>
                <a:gd name="connsiteY2" fmla="*/ 7707629 h 7707629"/>
                <a:gd name="connsiteX3" fmla="*/ 0 w 551180"/>
                <a:gd name="connsiteY3" fmla="*/ 551180 h 7707629"/>
                <a:gd name="connsiteX4" fmla="*/ 551180 w 551180"/>
                <a:gd name="connsiteY4" fmla="*/ 0 h 77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180" h="7707629">
                  <a:moveTo>
                    <a:pt x="551180" y="0"/>
                  </a:moveTo>
                  <a:lnTo>
                    <a:pt x="551180" y="7707629"/>
                  </a:lnTo>
                  <a:lnTo>
                    <a:pt x="0" y="7707629"/>
                  </a:lnTo>
                  <a:lnTo>
                    <a:pt x="0" y="551180"/>
                  </a:lnTo>
                  <a:lnTo>
                    <a:pt x="551180" y="0"/>
                  </a:lnTo>
                  <a:close/>
                </a:path>
              </a:pathLst>
            </a:custGeom>
            <a:solidFill>
              <a:srgbClr val="F3F8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07F8016-2972-8815-07A3-91499D9D4BAE}"/>
                </a:ext>
              </a:extLst>
            </p:cNvPr>
            <p:cNvSpPr/>
            <p:nvPr userDrawn="1"/>
          </p:nvSpPr>
          <p:spPr>
            <a:xfrm rot="18900000">
              <a:off x="-288451" y="744955"/>
              <a:ext cx="7707630" cy="549910"/>
            </a:xfrm>
            <a:custGeom>
              <a:avLst/>
              <a:gdLst>
                <a:gd name="connsiteX0" fmla="*/ 7707630 w 7707630"/>
                <a:gd name="connsiteY0" fmla="*/ 0 h 549910"/>
                <a:gd name="connsiteX1" fmla="*/ 7157720 w 7707630"/>
                <a:gd name="connsiteY1" fmla="*/ 549910 h 549910"/>
                <a:gd name="connsiteX2" fmla="*/ 7157720 w 7707630"/>
                <a:gd name="connsiteY2" fmla="*/ 548640 h 549910"/>
                <a:gd name="connsiteX3" fmla="*/ 0 w 7707630"/>
                <a:gd name="connsiteY3" fmla="*/ 548640 h 549910"/>
                <a:gd name="connsiteX4" fmla="*/ 0 w 7707630"/>
                <a:gd name="connsiteY4" fmla="*/ 0 h 549910"/>
                <a:gd name="connsiteX5" fmla="*/ 7707630 w 7707630"/>
                <a:gd name="connsiteY5" fmla="*/ 0 h 549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707630" h="549910">
                  <a:moveTo>
                    <a:pt x="7707630" y="0"/>
                  </a:moveTo>
                  <a:lnTo>
                    <a:pt x="7157720" y="549910"/>
                  </a:lnTo>
                  <a:lnTo>
                    <a:pt x="7157720" y="548640"/>
                  </a:lnTo>
                  <a:lnTo>
                    <a:pt x="0" y="548640"/>
                  </a:lnTo>
                  <a:lnTo>
                    <a:pt x="0" y="0"/>
                  </a:lnTo>
                  <a:lnTo>
                    <a:pt x="7707630" y="0"/>
                  </a:lnTo>
                  <a:close/>
                </a:path>
              </a:pathLst>
            </a:custGeom>
            <a:solidFill>
              <a:srgbClr val="3486FF">
                <a:alpha val="7481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2852362-83F5-9AD4-AD9F-53F2E0292D33}"/>
                </a:ext>
              </a:extLst>
            </p:cNvPr>
            <p:cNvSpPr/>
            <p:nvPr userDrawn="1"/>
          </p:nvSpPr>
          <p:spPr>
            <a:xfrm rot="18900000">
              <a:off x="-289533" y="1780457"/>
              <a:ext cx="7708899" cy="552449"/>
            </a:xfrm>
            <a:custGeom>
              <a:avLst/>
              <a:gdLst>
                <a:gd name="connsiteX0" fmla="*/ 7708899 w 7708899"/>
                <a:gd name="connsiteY0" fmla="*/ 0 h 552449"/>
                <a:gd name="connsiteX1" fmla="*/ 7708899 w 7708899"/>
                <a:gd name="connsiteY1" fmla="*/ 1270 h 552449"/>
                <a:gd name="connsiteX2" fmla="*/ 7157720 w 7708899"/>
                <a:gd name="connsiteY2" fmla="*/ 552449 h 552449"/>
                <a:gd name="connsiteX3" fmla="*/ 7157720 w 7708899"/>
                <a:gd name="connsiteY3" fmla="*/ 548640 h 552449"/>
                <a:gd name="connsiteX4" fmla="*/ 0 w 7708899"/>
                <a:gd name="connsiteY4" fmla="*/ 548640 h 552449"/>
                <a:gd name="connsiteX5" fmla="*/ 0 w 7708899"/>
                <a:gd name="connsiteY5" fmla="*/ 0 h 552449"/>
                <a:gd name="connsiteX6" fmla="*/ 7708899 w 7708899"/>
                <a:gd name="connsiteY6" fmla="*/ 0 h 552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08899" h="552449">
                  <a:moveTo>
                    <a:pt x="7708899" y="0"/>
                  </a:moveTo>
                  <a:lnTo>
                    <a:pt x="7708899" y="1270"/>
                  </a:lnTo>
                  <a:lnTo>
                    <a:pt x="7157720" y="552449"/>
                  </a:lnTo>
                  <a:lnTo>
                    <a:pt x="7157720" y="548640"/>
                  </a:lnTo>
                  <a:lnTo>
                    <a:pt x="0" y="548640"/>
                  </a:lnTo>
                  <a:lnTo>
                    <a:pt x="0" y="0"/>
                  </a:lnTo>
                  <a:lnTo>
                    <a:pt x="7708899" y="0"/>
                  </a:lnTo>
                  <a:close/>
                </a:path>
              </a:pathLst>
            </a:custGeom>
            <a:solidFill>
              <a:srgbClr val="99C2FF">
                <a:alpha val="7514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7216B24-9E3B-FE57-A75D-569327BB05D9}"/>
                </a:ext>
              </a:extLst>
            </p:cNvPr>
            <p:cNvSpPr/>
            <p:nvPr userDrawn="1"/>
          </p:nvSpPr>
          <p:spPr>
            <a:xfrm rot="18900000">
              <a:off x="-289533" y="2814982"/>
              <a:ext cx="7708899" cy="552450"/>
            </a:xfrm>
            <a:custGeom>
              <a:avLst/>
              <a:gdLst>
                <a:gd name="connsiteX0" fmla="*/ 7708899 w 7708899"/>
                <a:gd name="connsiteY0" fmla="*/ 0 h 552450"/>
                <a:gd name="connsiteX1" fmla="*/ 7708899 w 7708899"/>
                <a:gd name="connsiteY1" fmla="*/ 1270 h 552450"/>
                <a:gd name="connsiteX2" fmla="*/ 7157719 w 7708899"/>
                <a:gd name="connsiteY2" fmla="*/ 552450 h 552450"/>
                <a:gd name="connsiteX3" fmla="*/ 7157719 w 7708899"/>
                <a:gd name="connsiteY3" fmla="*/ 548640 h 552450"/>
                <a:gd name="connsiteX4" fmla="*/ 0 w 7708899"/>
                <a:gd name="connsiteY4" fmla="*/ 548640 h 552450"/>
                <a:gd name="connsiteX5" fmla="*/ 0 w 7708899"/>
                <a:gd name="connsiteY5" fmla="*/ 0 h 552450"/>
                <a:gd name="connsiteX6" fmla="*/ 7708899 w 7708899"/>
                <a:gd name="connsiteY6" fmla="*/ 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08899" h="552450">
                  <a:moveTo>
                    <a:pt x="7708899" y="0"/>
                  </a:moveTo>
                  <a:lnTo>
                    <a:pt x="7708899" y="1270"/>
                  </a:lnTo>
                  <a:lnTo>
                    <a:pt x="7157719" y="552450"/>
                  </a:lnTo>
                  <a:lnTo>
                    <a:pt x="7157719" y="548640"/>
                  </a:lnTo>
                  <a:lnTo>
                    <a:pt x="0" y="548640"/>
                  </a:lnTo>
                  <a:lnTo>
                    <a:pt x="0" y="0"/>
                  </a:lnTo>
                  <a:lnTo>
                    <a:pt x="7708899" y="0"/>
                  </a:lnTo>
                  <a:close/>
                </a:path>
              </a:pathLst>
            </a:custGeom>
            <a:solidFill>
              <a:srgbClr val="D9E9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3B603B8-6657-DBEA-8218-6D5AF03436ED}"/>
              </a:ext>
            </a:extLst>
          </p:cNvPr>
          <p:cNvSpPr/>
          <p:nvPr userDrawn="1"/>
        </p:nvSpPr>
        <p:spPr>
          <a:xfrm>
            <a:off x="0" y="6128899"/>
            <a:ext cx="12192000" cy="559648"/>
          </a:xfrm>
          <a:prstGeom prst="rect">
            <a:avLst/>
          </a:prstGeom>
          <a:gradFill flip="none" rotWithShape="1">
            <a:gsLst>
              <a:gs pos="96000">
                <a:schemeClr val="bg1">
                  <a:alpha val="50000"/>
                </a:schemeClr>
              </a:gs>
              <a:gs pos="25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16D4158C-5B8E-5DB6-2358-80EF43FEA6C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64218" y="6251684"/>
            <a:ext cx="1239653" cy="3140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1E0DA9-3015-34A0-4456-518524F4A5A9}"/>
              </a:ext>
            </a:extLst>
          </p:cNvPr>
          <p:cNvSpPr txBox="1"/>
          <p:nvPr userDrawn="1"/>
        </p:nvSpPr>
        <p:spPr>
          <a:xfrm>
            <a:off x="11303871" y="6303527"/>
            <a:ext cx="429164" cy="2103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algn="r" defTabSz="914400" rtl="0" eaLnBrk="1" latinLnBrk="0" hangingPunct="1"/>
            <a:fld id="{B14C4DC2-5DCA-497B-95BC-EA9B7B01D74F}" type="slidenum">
              <a:rPr lang="en-ID" sz="1000" b="0" kern="120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ID" sz="1000" b="0" kern="120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86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57" r:id="rId1"/>
    <p:sldLayoutId id="2147486010" r:id="rId2"/>
    <p:sldLayoutId id="2147485863" r:id="rId3"/>
    <p:sldLayoutId id="2147485873" r:id="rId4"/>
    <p:sldLayoutId id="2147485881" r:id="rId5"/>
    <p:sldLayoutId id="2147485882" r:id="rId6"/>
    <p:sldLayoutId id="2147485883" r:id="rId7"/>
    <p:sldLayoutId id="2147486178" r:id="rId8"/>
    <p:sldLayoutId id="214748620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000A6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b="0" i="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16">
          <p15:clr>
            <a:srgbClr val="F26B43"/>
          </p15:clr>
        </p15:guide>
        <p15:guide id="2" pos="396">
          <p15:clr>
            <a:srgbClr val="F26B43"/>
          </p15:clr>
        </p15:guide>
        <p15:guide id="3" pos="7287">
          <p15:clr>
            <a:srgbClr val="F26B43"/>
          </p15:clr>
        </p15:guide>
        <p15:guide id="4" orient="horz" pos="3752">
          <p15:clr>
            <a:srgbClr val="F26B43"/>
          </p15:clr>
        </p15:guide>
      </p15:sldGuideLst>
    </p:ext>
  </p:extLst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3000">
              <a:srgbClr val="73ACED"/>
            </a:gs>
            <a:gs pos="100000">
              <a:srgbClr val="699DD8"/>
            </a:gs>
            <a:gs pos="26000">
              <a:srgbClr val="9AC8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627F9DBD-C578-1BC4-D502-322F3D2B8C7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57200" y="6186192"/>
            <a:ext cx="455176" cy="457200"/>
          </a:xfrm>
          <a:prstGeom prst="rect">
            <a:avLst/>
          </a:prstGeom>
          <a:effectLst/>
        </p:spPr>
      </p:pic>
      <p:grpSp>
        <p:nvGrpSpPr>
          <p:cNvPr id="71" name="Cut Out" hidden="1">
            <a:extLst>
              <a:ext uri="{FF2B5EF4-FFF2-40B4-BE49-F238E27FC236}">
                <a16:creationId xmlns:a16="http://schemas.microsoft.com/office/drawing/2014/main" id="{645A4865-68ED-9412-B75A-3F8ACB57FB6E}"/>
              </a:ext>
            </a:extLst>
          </p:cNvPr>
          <p:cNvGrpSpPr/>
          <p:nvPr userDrawn="1"/>
        </p:nvGrpSpPr>
        <p:grpSpPr>
          <a:xfrm>
            <a:off x="-247316" y="391974"/>
            <a:ext cx="5968819" cy="6782282"/>
            <a:chOff x="-247316" y="391974"/>
            <a:chExt cx="5968819" cy="6782282"/>
          </a:xfrm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AAF9C22-8F00-F0CC-F430-DDD56142D83E}"/>
                </a:ext>
              </a:extLst>
            </p:cNvPr>
            <p:cNvSpPr/>
            <p:nvPr userDrawn="1"/>
          </p:nvSpPr>
          <p:spPr>
            <a:xfrm rot="20700000">
              <a:off x="4501782" y="391974"/>
              <a:ext cx="1219721" cy="6782282"/>
            </a:xfrm>
            <a:custGeom>
              <a:avLst/>
              <a:gdLst>
                <a:gd name="connsiteX0" fmla="*/ 1219721 w 1219721"/>
                <a:gd name="connsiteY0" fmla="*/ 0 h 6782282"/>
                <a:gd name="connsiteX1" fmla="*/ 1219720 w 1219721"/>
                <a:gd name="connsiteY1" fmla="*/ 6782282 h 6782282"/>
                <a:gd name="connsiteX2" fmla="*/ 0 w 1219721"/>
                <a:gd name="connsiteY2" fmla="*/ 6455459 h 6782282"/>
                <a:gd name="connsiteX3" fmla="*/ 0 w 1219721"/>
                <a:gd name="connsiteY3" fmla="*/ 1216910 h 6782282"/>
                <a:gd name="connsiteX4" fmla="*/ 1216910 w 1219721"/>
                <a:gd name="connsiteY4" fmla="*/ 0 h 678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721" h="6782282">
                  <a:moveTo>
                    <a:pt x="1219721" y="0"/>
                  </a:moveTo>
                  <a:lnTo>
                    <a:pt x="1219720" y="6782282"/>
                  </a:lnTo>
                  <a:lnTo>
                    <a:pt x="0" y="6455459"/>
                  </a:lnTo>
                  <a:lnTo>
                    <a:pt x="0" y="1216910"/>
                  </a:lnTo>
                  <a:lnTo>
                    <a:pt x="1216910" y="0"/>
                  </a:lnTo>
                  <a:close/>
                </a:path>
              </a:pathLst>
            </a:custGeom>
            <a:solidFill>
              <a:srgbClr val="66A4FF">
                <a:alpha val="7502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7F2DA9D-A2E1-6623-5534-DE193CE69237}"/>
                </a:ext>
              </a:extLst>
            </p:cNvPr>
            <p:cNvSpPr/>
            <p:nvPr userDrawn="1"/>
          </p:nvSpPr>
          <p:spPr>
            <a:xfrm rot="20700000">
              <a:off x="3086241" y="2413806"/>
              <a:ext cx="1219717" cy="4725406"/>
            </a:xfrm>
            <a:custGeom>
              <a:avLst/>
              <a:gdLst>
                <a:gd name="connsiteX0" fmla="*/ 1219717 w 1219717"/>
                <a:gd name="connsiteY0" fmla="*/ 0 h 4725406"/>
                <a:gd name="connsiteX1" fmla="*/ 1219717 w 1219717"/>
                <a:gd name="connsiteY1" fmla="*/ 4725406 h 4725406"/>
                <a:gd name="connsiteX2" fmla="*/ 0 w 1219717"/>
                <a:gd name="connsiteY2" fmla="*/ 4398584 h 4725406"/>
                <a:gd name="connsiteX3" fmla="*/ 0 w 1219717"/>
                <a:gd name="connsiteY3" fmla="*/ 1219718 h 4725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717" h="4725406">
                  <a:moveTo>
                    <a:pt x="1219717" y="0"/>
                  </a:moveTo>
                  <a:lnTo>
                    <a:pt x="1219717" y="4725406"/>
                  </a:lnTo>
                  <a:lnTo>
                    <a:pt x="0" y="4398584"/>
                  </a:lnTo>
                  <a:lnTo>
                    <a:pt x="0" y="1219718"/>
                  </a:lnTo>
                  <a:close/>
                </a:path>
              </a:pathLst>
            </a:custGeom>
            <a:solidFill>
              <a:srgbClr val="CDE1FF">
                <a:alpha val="7478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507EE6BD-3353-5291-18D0-AE718EEBDDB9}"/>
                </a:ext>
              </a:extLst>
            </p:cNvPr>
            <p:cNvSpPr/>
            <p:nvPr userDrawn="1"/>
          </p:nvSpPr>
          <p:spPr>
            <a:xfrm rot="20700000">
              <a:off x="1675953" y="4431391"/>
              <a:ext cx="1219720" cy="2672853"/>
            </a:xfrm>
            <a:custGeom>
              <a:avLst/>
              <a:gdLst>
                <a:gd name="connsiteX0" fmla="*/ 1219720 w 1219720"/>
                <a:gd name="connsiteY0" fmla="*/ 0 h 2672853"/>
                <a:gd name="connsiteX1" fmla="*/ 1219720 w 1219720"/>
                <a:gd name="connsiteY1" fmla="*/ 2672853 h 2672853"/>
                <a:gd name="connsiteX2" fmla="*/ 0 w 1219720"/>
                <a:gd name="connsiteY2" fmla="*/ 2346030 h 2672853"/>
                <a:gd name="connsiteX3" fmla="*/ 0 w 1219720"/>
                <a:gd name="connsiteY3" fmla="*/ 1219720 h 267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720" h="2672853">
                  <a:moveTo>
                    <a:pt x="1219720" y="0"/>
                  </a:moveTo>
                  <a:lnTo>
                    <a:pt x="1219720" y="2672853"/>
                  </a:lnTo>
                  <a:lnTo>
                    <a:pt x="0" y="2346030"/>
                  </a:lnTo>
                  <a:lnTo>
                    <a:pt x="0" y="1219720"/>
                  </a:lnTo>
                  <a:close/>
                </a:path>
              </a:pathLst>
            </a:custGeom>
            <a:solidFill>
              <a:srgbClr val="F3F8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868CEA2-789D-E697-16FE-ACD6F7B6F760}"/>
                </a:ext>
              </a:extLst>
            </p:cNvPr>
            <p:cNvSpPr/>
            <p:nvPr userDrawn="1"/>
          </p:nvSpPr>
          <p:spPr>
            <a:xfrm rot="20700000">
              <a:off x="-247316" y="1017576"/>
              <a:ext cx="5315676" cy="1216909"/>
            </a:xfrm>
            <a:custGeom>
              <a:avLst/>
              <a:gdLst>
                <a:gd name="connsiteX0" fmla="*/ 5315676 w 5315676"/>
                <a:gd name="connsiteY0" fmla="*/ 0 h 1216909"/>
                <a:gd name="connsiteX1" fmla="*/ 4098766 w 5315676"/>
                <a:gd name="connsiteY1" fmla="*/ 1216909 h 1216909"/>
                <a:gd name="connsiteX2" fmla="*/ 4098766 w 5315676"/>
                <a:gd name="connsiteY2" fmla="*/ 1214099 h 1216909"/>
                <a:gd name="connsiteX3" fmla="*/ 0 w 5315676"/>
                <a:gd name="connsiteY3" fmla="*/ 1214099 h 1216909"/>
                <a:gd name="connsiteX4" fmla="*/ 325317 w 5315676"/>
                <a:gd name="connsiteY4" fmla="*/ 0 h 1216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15676" h="1216909">
                  <a:moveTo>
                    <a:pt x="5315676" y="0"/>
                  </a:moveTo>
                  <a:lnTo>
                    <a:pt x="4098766" y="1216909"/>
                  </a:lnTo>
                  <a:lnTo>
                    <a:pt x="4098766" y="1214099"/>
                  </a:lnTo>
                  <a:lnTo>
                    <a:pt x="0" y="1214099"/>
                  </a:lnTo>
                  <a:lnTo>
                    <a:pt x="325317" y="0"/>
                  </a:lnTo>
                  <a:close/>
                </a:path>
              </a:pathLst>
            </a:custGeom>
            <a:solidFill>
              <a:srgbClr val="3486FF">
                <a:alpha val="7481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355C7A9-C0A5-8D5F-EB91-F99F6596BF4C}"/>
                </a:ext>
              </a:extLst>
            </p:cNvPr>
            <p:cNvSpPr/>
            <p:nvPr userDrawn="1"/>
          </p:nvSpPr>
          <p:spPr>
            <a:xfrm rot="20700000">
              <a:off x="-226351" y="2847108"/>
              <a:ext cx="4127824" cy="1222528"/>
            </a:xfrm>
            <a:custGeom>
              <a:avLst/>
              <a:gdLst>
                <a:gd name="connsiteX0" fmla="*/ 4127824 w 4127824"/>
                <a:gd name="connsiteY0" fmla="*/ 0 h 1222528"/>
                <a:gd name="connsiteX1" fmla="*/ 4127824 w 4127824"/>
                <a:gd name="connsiteY1" fmla="*/ 2811 h 1222528"/>
                <a:gd name="connsiteX2" fmla="*/ 2908106 w 4127824"/>
                <a:gd name="connsiteY2" fmla="*/ 1222528 h 1222528"/>
                <a:gd name="connsiteX3" fmla="*/ 2908106 w 4127824"/>
                <a:gd name="connsiteY3" fmla="*/ 1214099 h 1222528"/>
                <a:gd name="connsiteX4" fmla="*/ 0 w 4127824"/>
                <a:gd name="connsiteY4" fmla="*/ 1214099 h 1222528"/>
                <a:gd name="connsiteX5" fmla="*/ 325317 w 4127824"/>
                <a:gd name="connsiteY5" fmla="*/ 0 h 1222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27824" h="1222528">
                  <a:moveTo>
                    <a:pt x="4127824" y="0"/>
                  </a:moveTo>
                  <a:lnTo>
                    <a:pt x="4127824" y="2811"/>
                  </a:lnTo>
                  <a:lnTo>
                    <a:pt x="2908106" y="1222528"/>
                  </a:lnTo>
                  <a:lnTo>
                    <a:pt x="2908106" y="1214099"/>
                  </a:lnTo>
                  <a:lnTo>
                    <a:pt x="0" y="1214099"/>
                  </a:lnTo>
                  <a:lnTo>
                    <a:pt x="325317" y="0"/>
                  </a:lnTo>
                  <a:close/>
                </a:path>
              </a:pathLst>
            </a:custGeom>
            <a:solidFill>
              <a:srgbClr val="99C2FF">
                <a:alpha val="7514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1568EE0E-6087-7F47-4FC1-A508563439ED}"/>
                </a:ext>
              </a:extLst>
            </p:cNvPr>
            <p:cNvSpPr/>
            <p:nvPr userDrawn="1"/>
          </p:nvSpPr>
          <p:spPr>
            <a:xfrm rot="20700000">
              <a:off x="-206161" y="4676366"/>
              <a:ext cx="2942781" cy="1222530"/>
            </a:xfrm>
            <a:custGeom>
              <a:avLst/>
              <a:gdLst>
                <a:gd name="connsiteX0" fmla="*/ 2942781 w 2942781"/>
                <a:gd name="connsiteY0" fmla="*/ 0 h 1222530"/>
                <a:gd name="connsiteX1" fmla="*/ 2942781 w 2942781"/>
                <a:gd name="connsiteY1" fmla="*/ 2811 h 1222530"/>
                <a:gd name="connsiteX2" fmla="*/ 1723060 w 2942781"/>
                <a:gd name="connsiteY2" fmla="*/ 1222530 h 1222530"/>
                <a:gd name="connsiteX3" fmla="*/ 1723060 w 2942781"/>
                <a:gd name="connsiteY3" fmla="*/ 1214099 h 1222530"/>
                <a:gd name="connsiteX4" fmla="*/ 0 w 2942781"/>
                <a:gd name="connsiteY4" fmla="*/ 1214098 h 1222530"/>
                <a:gd name="connsiteX5" fmla="*/ 325316 w 2942781"/>
                <a:gd name="connsiteY5" fmla="*/ 0 h 1222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42781" h="1222530">
                  <a:moveTo>
                    <a:pt x="2942781" y="0"/>
                  </a:moveTo>
                  <a:lnTo>
                    <a:pt x="2942781" y="2811"/>
                  </a:lnTo>
                  <a:lnTo>
                    <a:pt x="1723060" y="1222530"/>
                  </a:lnTo>
                  <a:lnTo>
                    <a:pt x="1723060" y="1214099"/>
                  </a:lnTo>
                  <a:lnTo>
                    <a:pt x="0" y="1214098"/>
                  </a:lnTo>
                  <a:lnTo>
                    <a:pt x="325316" y="0"/>
                  </a:lnTo>
                  <a:close/>
                </a:path>
              </a:pathLst>
            </a:custGeom>
            <a:solidFill>
              <a:srgbClr val="D9E9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D09C11-7276-B67A-A1A1-4C875D1ABA6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57200" y="493776"/>
            <a:ext cx="11275835" cy="8046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7CC43-E171-1153-2B75-F702D7B914A8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457201" y="1554480"/>
            <a:ext cx="11275834" cy="42472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hidden="1">
            <a:extLst>
              <a:ext uri="{FF2B5EF4-FFF2-40B4-BE49-F238E27FC236}">
                <a16:creationId xmlns:a16="http://schemas.microsoft.com/office/drawing/2014/main" id="{0BF76C95-9667-2357-762F-B7B15D7BA3E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99931" y="-813939"/>
            <a:ext cx="2208828" cy="563207"/>
          </a:xfrm>
          <a:prstGeom prst="rect">
            <a:avLst/>
          </a:prstGeom>
        </p:spPr>
      </p:pic>
      <p:grpSp>
        <p:nvGrpSpPr>
          <p:cNvPr id="38" name="Full Size" hidden="1">
            <a:extLst>
              <a:ext uri="{FF2B5EF4-FFF2-40B4-BE49-F238E27FC236}">
                <a16:creationId xmlns:a16="http://schemas.microsoft.com/office/drawing/2014/main" id="{CBF5D916-2559-D87A-6071-0827F3911641}"/>
              </a:ext>
            </a:extLst>
          </p:cNvPr>
          <p:cNvGrpSpPr/>
          <p:nvPr userDrawn="1"/>
        </p:nvGrpSpPr>
        <p:grpSpPr>
          <a:xfrm rot="-19800000">
            <a:off x="-13122649" y="-4850920"/>
            <a:ext cx="20342655" cy="21641432"/>
            <a:chOff x="-289533" y="-2834540"/>
            <a:chExt cx="9192657" cy="9779562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9460502-8A0D-F9D8-E3FC-D3C35053B797}"/>
                </a:ext>
              </a:extLst>
            </p:cNvPr>
            <p:cNvSpPr/>
            <p:nvPr userDrawn="1"/>
          </p:nvSpPr>
          <p:spPr>
            <a:xfrm rot="18900000">
              <a:off x="8351944" y="-2834540"/>
              <a:ext cx="551180" cy="7708900"/>
            </a:xfrm>
            <a:custGeom>
              <a:avLst/>
              <a:gdLst>
                <a:gd name="connsiteX0" fmla="*/ 551180 w 551180"/>
                <a:gd name="connsiteY0" fmla="*/ 0 h 7708900"/>
                <a:gd name="connsiteX1" fmla="*/ 551180 w 551180"/>
                <a:gd name="connsiteY1" fmla="*/ 7708900 h 7708900"/>
                <a:gd name="connsiteX2" fmla="*/ 0 w 551180"/>
                <a:gd name="connsiteY2" fmla="*/ 7708900 h 7708900"/>
                <a:gd name="connsiteX3" fmla="*/ 0 w 551180"/>
                <a:gd name="connsiteY3" fmla="*/ 549910 h 7708900"/>
                <a:gd name="connsiteX4" fmla="*/ 549910 w 551180"/>
                <a:gd name="connsiteY4" fmla="*/ 0 h 7708900"/>
                <a:gd name="connsiteX5" fmla="*/ 551180 w 551180"/>
                <a:gd name="connsiteY5" fmla="*/ 0 h 770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1180" h="7708900">
                  <a:moveTo>
                    <a:pt x="551180" y="0"/>
                  </a:moveTo>
                  <a:lnTo>
                    <a:pt x="551180" y="7708900"/>
                  </a:lnTo>
                  <a:lnTo>
                    <a:pt x="0" y="7708900"/>
                  </a:lnTo>
                  <a:lnTo>
                    <a:pt x="0" y="549910"/>
                  </a:lnTo>
                  <a:lnTo>
                    <a:pt x="549910" y="0"/>
                  </a:lnTo>
                  <a:lnTo>
                    <a:pt x="551180" y="0"/>
                  </a:lnTo>
                  <a:close/>
                </a:path>
              </a:pathLst>
            </a:custGeom>
            <a:solidFill>
              <a:srgbClr val="66A4FF">
                <a:alpha val="7502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5626CB4-BBEE-998F-0B0A-69DF05DFB1D9}"/>
                </a:ext>
              </a:extLst>
            </p:cNvPr>
            <p:cNvSpPr/>
            <p:nvPr userDrawn="1"/>
          </p:nvSpPr>
          <p:spPr>
            <a:xfrm rot="18900000">
              <a:off x="8350599" y="-1797133"/>
              <a:ext cx="551179" cy="7707629"/>
            </a:xfrm>
            <a:custGeom>
              <a:avLst/>
              <a:gdLst>
                <a:gd name="connsiteX0" fmla="*/ 551179 w 551179"/>
                <a:gd name="connsiteY0" fmla="*/ 0 h 7707629"/>
                <a:gd name="connsiteX1" fmla="*/ 551179 w 551179"/>
                <a:gd name="connsiteY1" fmla="*/ 7707629 h 7707629"/>
                <a:gd name="connsiteX2" fmla="*/ 0 w 551179"/>
                <a:gd name="connsiteY2" fmla="*/ 7707629 h 7707629"/>
                <a:gd name="connsiteX3" fmla="*/ 0 w 551179"/>
                <a:gd name="connsiteY3" fmla="*/ 551179 h 7707629"/>
                <a:gd name="connsiteX4" fmla="*/ 551179 w 551179"/>
                <a:gd name="connsiteY4" fmla="*/ 0 h 77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179" h="7707629">
                  <a:moveTo>
                    <a:pt x="551179" y="0"/>
                  </a:moveTo>
                  <a:lnTo>
                    <a:pt x="551179" y="7707629"/>
                  </a:lnTo>
                  <a:lnTo>
                    <a:pt x="0" y="7707629"/>
                  </a:lnTo>
                  <a:lnTo>
                    <a:pt x="0" y="551179"/>
                  </a:lnTo>
                  <a:lnTo>
                    <a:pt x="551179" y="0"/>
                  </a:lnTo>
                  <a:close/>
                </a:path>
              </a:pathLst>
            </a:custGeom>
            <a:solidFill>
              <a:srgbClr val="CDE1FF">
                <a:alpha val="7478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6C2146AF-D932-DAFB-A40A-398827AB05D0}"/>
                </a:ext>
              </a:extLst>
            </p:cNvPr>
            <p:cNvSpPr/>
            <p:nvPr userDrawn="1"/>
          </p:nvSpPr>
          <p:spPr>
            <a:xfrm rot="18900000">
              <a:off x="8350597" y="-762607"/>
              <a:ext cx="551180" cy="7707629"/>
            </a:xfrm>
            <a:custGeom>
              <a:avLst/>
              <a:gdLst>
                <a:gd name="connsiteX0" fmla="*/ 551180 w 551180"/>
                <a:gd name="connsiteY0" fmla="*/ 0 h 7707629"/>
                <a:gd name="connsiteX1" fmla="*/ 551180 w 551180"/>
                <a:gd name="connsiteY1" fmla="*/ 7707629 h 7707629"/>
                <a:gd name="connsiteX2" fmla="*/ 0 w 551180"/>
                <a:gd name="connsiteY2" fmla="*/ 7707629 h 7707629"/>
                <a:gd name="connsiteX3" fmla="*/ 0 w 551180"/>
                <a:gd name="connsiteY3" fmla="*/ 551180 h 7707629"/>
                <a:gd name="connsiteX4" fmla="*/ 551180 w 551180"/>
                <a:gd name="connsiteY4" fmla="*/ 0 h 77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180" h="7707629">
                  <a:moveTo>
                    <a:pt x="551180" y="0"/>
                  </a:moveTo>
                  <a:lnTo>
                    <a:pt x="551180" y="7707629"/>
                  </a:lnTo>
                  <a:lnTo>
                    <a:pt x="0" y="7707629"/>
                  </a:lnTo>
                  <a:lnTo>
                    <a:pt x="0" y="551180"/>
                  </a:lnTo>
                  <a:lnTo>
                    <a:pt x="551180" y="0"/>
                  </a:lnTo>
                  <a:close/>
                </a:path>
              </a:pathLst>
            </a:custGeom>
            <a:solidFill>
              <a:srgbClr val="F3F8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07F8016-2972-8815-07A3-91499D9D4BAE}"/>
                </a:ext>
              </a:extLst>
            </p:cNvPr>
            <p:cNvSpPr/>
            <p:nvPr userDrawn="1"/>
          </p:nvSpPr>
          <p:spPr>
            <a:xfrm rot="18900000">
              <a:off x="-288451" y="744955"/>
              <a:ext cx="7707630" cy="549910"/>
            </a:xfrm>
            <a:custGeom>
              <a:avLst/>
              <a:gdLst>
                <a:gd name="connsiteX0" fmla="*/ 7707630 w 7707630"/>
                <a:gd name="connsiteY0" fmla="*/ 0 h 549910"/>
                <a:gd name="connsiteX1" fmla="*/ 7157720 w 7707630"/>
                <a:gd name="connsiteY1" fmla="*/ 549910 h 549910"/>
                <a:gd name="connsiteX2" fmla="*/ 7157720 w 7707630"/>
                <a:gd name="connsiteY2" fmla="*/ 548640 h 549910"/>
                <a:gd name="connsiteX3" fmla="*/ 0 w 7707630"/>
                <a:gd name="connsiteY3" fmla="*/ 548640 h 549910"/>
                <a:gd name="connsiteX4" fmla="*/ 0 w 7707630"/>
                <a:gd name="connsiteY4" fmla="*/ 0 h 549910"/>
                <a:gd name="connsiteX5" fmla="*/ 7707630 w 7707630"/>
                <a:gd name="connsiteY5" fmla="*/ 0 h 549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707630" h="549910">
                  <a:moveTo>
                    <a:pt x="7707630" y="0"/>
                  </a:moveTo>
                  <a:lnTo>
                    <a:pt x="7157720" y="549910"/>
                  </a:lnTo>
                  <a:lnTo>
                    <a:pt x="7157720" y="548640"/>
                  </a:lnTo>
                  <a:lnTo>
                    <a:pt x="0" y="548640"/>
                  </a:lnTo>
                  <a:lnTo>
                    <a:pt x="0" y="0"/>
                  </a:lnTo>
                  <a:lnTo>
                    <a:pt x="7707630" y="0"/>
                  </a:lnTo>
                  <a:close/>
                </a:path>
              </a:pathLst>
            </a:custGeom>
            <a:solidFill>
              <a:srgbClr val="3486FF">
                <a:alpha val="7481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2852362-83F5-9AD4-AD9F-53F2E0292D33}"/>
                </a:ext>
              </a:extLst>
            </p:cNvPr>
            <p:cNvSpPr/>
            <p:nvPr userDrawn="1"/>
          </p:nvSpPr>
          <p:spPr>
            <a:xfrm rot="18900000">
              <a:off x="-289533" y="1780457"/>
              <a:ext cx="7708899" cy="552449"/>
            </a:xfrm>
            <a:custGeom>
              <a:avLst/>
              <a:gdLst>
                <a:gd name="connsiteX0" fmla="*/ 7708899 w 7708899"/>
                <a:gd name="connsiteY0" fmla="*/ 0 h 552449"/>
                <a:gd name="connsiteX1" fmla="*/ 7708899 w 7708899"/>
                <a:gd name="connsiteY1" fmla="*/ 1270 h 552449"/>
                <a:gd name="connsiteX2" fmla="*/ 7157720 w 7708899"/>
                <a:gd name="connsiteY2" fmla="*/ 552449 h 552449"/>
                <a:gd name="connsiteX3" fmla="*/ 7157720 w 7708899"/>
                <a:gd name="connsiteY3" fmla="*/ 548640 h 552449"/>
                <a:gd name="connsiteX4" fmla="*/ 0 w 7708899"/>
                <a:gd name="connsiteY4" fmla="*/ 548640 h 552449"/>
                <a:gd name="connsiteX5" fmla="*/ 0 w 7708899"/>
                <a:gd name="connsiteY5" fmla="*/ 0 h 552449"/>
                <a:gd name="connsiteX6" fmla="*/ 7708899 w 7708899"/>
                <a:gd name="connsiteY6" fmla="*/ 0 h 552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08899" h="552449">
                  <a:moveTo>
                    <a:pt x="7708899" y="0"/>
                  </a:moveTo>
                  <a:lnTo>
                    <a:pt x="7708899" y="1270"/>
                  </a:lnTo>
                  <a:lnTo>
                    <a:pt x="7157720" y="552449"/>
                  </a:lnTo>
                  <a:lnTo>
                    <a:pt x="7157720" y="548640"/>
                  </a:lnTo>
                  <a:lnTo>
                    <a:pt x="0" y="548640"/>
                  </a:lnTo>
                  <a:lnTo>
                    <a:pt x="0" y="0"/>
                  </a:lnTo>
                  <a:lnTo>
                    <a:pt x="7708899" y="0"/>
                  </a:lnTo>
                  <a:close/>
                </a:path>
              </a:pathLst>
            </a:custGeom>
            <a:solidFill>
              <a:srgbClr val="99C2FF">
                <a:alpha val="7514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7216B24-9E3B-FE57-A75D-569327BB05D9}"/>
                </a:ext>
              </a:extLst>
            </p:cNvPr>
            <p:cNvSpPr/>
            <p:nvPr userDrawn="1"/>
          </p:nvSpPr>
          <p:spPr>
            <a:xfrm rot="18900000">
              <a:off x="-289533" y="2814982"/>
              <a:ext cx="7708899" cy="552450"/>
            </a:xfrm>
            <a:custGeom>
              <a:avLst/>
              <a:gdLst>
                <a:gd name="connsiteX0" fmla="*/ 7708899 w 7708899"/>
                <a:gd name="connsiteY0" fmla="*/ 0 h 552450"/>
                <a:gd name="connsiteX1" fmla="*/ 7708899 w 7708899"/>
                <a:gd name="connsiteY1" fmla="*/ 1270 h 552450"/>
                <a:gd name="connsiteX2" fmla="*/ 7157719 w 7708899"/>
                <a:gd name="connsiteY2" fmla="*/ 552450 h 552450"/>
                <a:gd name="connsiteX3" fmla="*/ 7157719 w 7708899"/>
                <a:gd name="connsiteY3" fmla="*/ 548640 h 552450"/>
                <a:gd name="connsiteX4" fmla="*/ 0 w 7708899"/>
                <a:gd name="connsiteY4" fmla="*/ 548640 h 552450"/>
                <a:gd name="connsiteX5" fmla="*/ 0 w 7708899"/>
                <a:gd name="connsiteY5" fmla="*/ 0 h 552450"/>
                <a:gd name="connsiteX6" fmla="*/ 7708899 w 7708899"/>
                <a:gd name="connsiteY6" fmla="*/ 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08899" h="552450">
                  <a:moveTo>
                    <a:pt x="7708899" y="0"/>
                  </a:moveTo>
                  <a:lnTo>
                    <a:pt x="7708899" y="1270"/>
                  </a:lnTo>
                  <a:lnTo>
                    <a:pt x="7157719" y="552450"/>
                  </a:lnTo>
                  <a:lnTo>
                    <a:pt x="7157719" y="548640"/>
                  </a:lnTo>
                  <a:lnTo>
                    <a:pt x="0" y="548640"/>
                  </a:lnTo>
                  <a:lnTo>
                    <a:pt x="0" y="0"/>
                  </a:lnTo>
                  <a:lnTo>
                    <a:pt x="7708899" y="0"/>
                  </a:lnTo>
                  <a:close/>
                </a:path>
              </a:pathLst>
            </a:custGeom>
            <a:solidFill>
              <a:srgbClr val="D9E9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3B603B8-6657-DBEA-8218-6D5AF03436ED}"/>
              </a:ext>
            </a:extLst>
          </p:cNvPr>
          <p:cNvSpPr/>
          <p:nvPr userDrawn="1"/>
        </p:nvSpPr>
        <p:spPr>
          <a:xfrm>
            <a:off x="0" y="6128899"/>
            <a:ext cx="12192000" cy="559648"/>
          </a:xfrm>
          <a:prstGeom prst="rect">
            <a:avLst/>
          </a:prstGeom>
          <a:gradFill flip="none" rotWithShape="1">
            <a:gsLst>
              <a:gs pos="96000">
                <a:schemeClr val="bg1">
                  <a:alpha val="50000"/>
                </a:schemeClr>
              </a:gs>
              <a:gs pos="25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16D4158C-5B8E-5DB6-2358-80EF43FEA6C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64218" y="6251684"/>
            <a:ext cx="1239653" cy="3140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1E0DA9-3015-34A0-4456-518524F4A5A9}"/>
              </a:ext>
            </a:extLst>
          </p:cNvPr>
          <p:cNvSpPr txBox="1"/>
          <p:nvPr userDrawn="1"/>
        </p:nvSpPr>
        <p:spPr>
          <a:xfrm>
            <a:off x="11303871" y="6303527"/>
            <a:ext cx="429164" cy="2103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algn="r" defTabSz="914400" rtl="0" eaLnBrk="1" latinLnBrk="0" hangingPunct="1"/>
            <a:fld id="{B14C4DC2-5DCA-497B-95BC-EA9B7B01D74F}" type="slidenum">
              <a:rPr lang="en-ID" sz="1000" b="0" kern="120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ID" sz="1000" b="0" kern="120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86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857" r:id="rId1"/>
    <p:sldLayoutId id="2147486010" r:id="rId2"/>
    <p:sldLayoutId id="2147485863" r:id="rId3"/>
    <p:sldLayoutId id="2147485873" r:id="rId4"/>
    <p:sldLayoutId id="2147485881" r:id="rId5"/>
    <p:sldLayoutId id="2147485882" r:id="rId6"/>
    <p:sldLayoutId id="2147485883" r:id="rId7"/>
    <p:sldLayoutId id="2147486178" r:id="rId8"/>
    <p:sldLayoutId id="214748620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000A6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b="0" i="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16">
          <p15:clr>
            <a:srgbClr val="F26B43"/>
          </p15:clr>
        </p15:guide>
        <p15:guide id="2" pos="396">
          <p15:clr>
            <a:srgbClr val="F26B43"/>
          </p15:clr>
        </p15:guide>
        <p15:guide id="3" pos="7287">
          <p15:clr>
            <a:srgbClr val="F26B43"/>
          </p15:clr>
        </p15:guide>
        <p15:guide id="4" orient="horz" pos="375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3000">
              <a:srgbClr val="73ACED"/>
            </a:gs>
            <a:gs pos="100000">
              <a:srgbClr val="699DD8"/>
            </a:gs>
            <a:gs pos="26000">
              <a:srgbClr val="9AC8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F27AA-89C9-B25D-7B01-2FE3259B8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B26A4C-71B9-2A16-BB3E-AF17A8028518}"/>
              </a:ext>
            </a:extLst>
          </p:cNvPr>
          <p:cNvSpPr/>
          <p:nvPr/>
        </p:nvSpPr>
        <p:spPr>
          <a:xfrm>
            <a:off x="6726010" y="1532300"/>
            <a:ext cx="5008790" cy="4372457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F47EF1-A51E-A90E-70C8-AA67F2D7FF43}"/>
              </a:ext>
            </a:extLst>
          </p:cNvPr>
          <p:cNvSpPr/>
          <p:nvPr/>
        </p:nvSpPr>
        <p:spPr bwMode="ltGray">
          <a:xfrm>
            <a:off x="0" y="1449275"/>
            <a:ext cx="12192000" cy="4565815"/>
          </a:xfrm>
          <a:prstGeom prst="rect">
            <a:avLst/>
          </a:prstGeom>
          <a:solidFill>
            <a:schemeClr val="bg1">
              <a:alpha val="50000"/>
            </a:scheme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965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C287F9-2401-3C1D-E800-95E890C69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7057C-A5B9-0073-7A2A-1A6C632CE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541068"/>
            <a:ext cx="6019343" cy="2191081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4233863" algn="l"/>
              </a:tabLst>
            </a:pPr>
            <a:endParaRPr lang="en-US" sz="1600" dirty="0"/>
          </a:p>
          <a:p>
            <a:pPr marL="4572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lang="en-US" sz="1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63939-052F-FD80-5D9A-7025A36F3B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8657F9-46AD-3AC9-E85A-C88108D526BD}"/>
              </a:ext>
            </a:extLst>
          </p:cNvPr>
          <p:cNvSpPr txBox="1"/>
          <p:nvPr/>
        </p:nvSpPr>
        <p:spPr>
          <a:xfrm>
            <a:off x="965925" y="5088926"/>
            <a:ext cx="357363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96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FB9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0956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Performers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Summary</a:t>
            </a:r>
          </a:p>
          <a:p>
            <a:r>
              <a:t>| Index | Weekly Change | Year-to-Date |</a:t>
            </a:r>
          </a:p>
          <a:p>
            <a:r>
              <a:t>|-------|---------------|--------------|</a:t>
            </a:r>
          </a:p>
          <a:p>
            <a:r>
              <a:t>| Dow Jones | +1.8% | +12.3% |</a:t>
            </a:r>
          </a:p>
          <a:p>
            <a:r>
              <a:t>| S&amp;P 500 | +1.2% | +14.7% |</a:t>
            </a:r>
          </a:p>
          <a:p>
            <a:r>
              <a:t>| Nasdaq | +0.9% | +18.2% |</a:t>
            </a:r>
          </a:p>
          <a:p>
            <a:r>
              <a:t>| Russell 2000 | +2.4% | +9.1% |</a:t>
            </a:r>
          </a:p>
          <a:p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Context</a:t>
            </a:r>
          </a:p>
          <a:p>
            <a:r>
              <a:t>- Nonfarm payrolls: +215K jobs (vs. 190K expected)</a:t>
            </a:r>
          </a:p>
          <a:p>
            <a:r>
              <a:t>- CPI inflation: 3.4% YoY (down from 3.7%)</a:t>
            </a:r>
          </a:p>
          <a:p>
            <a:r>
              <a:t>- Fed holds rates steady at 5.25%-5.50%</a:t>
            </a:r>
          </a:p>
          <a:p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Upcoming Week</a:t>
            </a:r>
          </a:p>
          <a:p>
            <a:r>
              <a:t>- Tue: Consumer Confidence Index</a:t>
            </a:r>
          </a:p>
          <a:p>
            <a:r>
              <a:t>- Wed: FOMC Minutes release</a:t>
            </a:r>
          </a:p>
          <a:p>
            <a:r>
              <a:t>- Thu: Initial Jobless Claims</a:t>
            </a:r>
          </a:p>
          <a:p>
            <a:r>
              <a:t>- Fri: University of Michigan Sentiment</a:t>
            </a:r>
          </a:p>
          <a:p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Talking Points</a:t>
            </a:r>
          </a:p>
          <a:p>
            <a:r>
              <a:t>Markets rallied mid-week on cooling inflation data. Focus on quality companies with pricing power as we approach Q3 earnings season. Small-caps (Russell 2000) led gains as rate-cut expectations grew.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Data Continues...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Data Continues...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Data Continues...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training topic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training topic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training topic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training topic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training topic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training topic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training topic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training topic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training topic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Light Blue">
  <a:themeElements>
    <a:clrScheme name="NPS">
      <a:dk1>
        <a:srgbClr val="000962"/>
      </a:dk1>
      <a:lt1>
        <a:srgbClr val="FFFFFF"/>
      </a:lt1>
      <a:dk2>
        <a:srgbClr val="000962"/>
      </a:dk2>
      <a:lt2>
        <a:srgbClr val="7FB9FF"/>
      </a:lt2>
      <a:accent1>
        <a:srgbClr val="000962"/>
      </a:accent1>
      <a:accent2>
        <a:srgbClr val="0468FF"/>
      </a:accent2>
      <a:accent3>
        <a:srgbClr val="A4EFBE"/>
      </a:accent3>
      <a:accent4>
        <a:srgbClr val="006254"/>
      </a:accent4>
      <a:accent5>
        <a:srgbClr val="4C1673"/>
      </a:accent5>
      <a:accent6>
        <a:srgbClr val="E2DFDD"/>
      </a:accent6>
      <a:hlink>
        <a:srgbClr val="467886"/>
      </a:hlink>
      <a:folHlink>
        <a:srgbClr val="96607D"/>
      </a:folHlink>
    </a:clrScheme>
    <a:fontScheme name="Custom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anchor="ctr">
        <a:spAutoFit/>
      </a:bodyPr>
      <a:lstStyle>
        <a:defPPr algn="l">
          <a:defRPr sz="20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.xml><?xml version="1.0" encoding="utf-8"?>
<a:theme xmlns:a="http://schemas.openxmlformats.org/drawingml/2006/main" name="1_Light Blue">
  <a:themeElements>
    <a:clrScheme name="NPS">
      <a:dk1>
        <a:srgbClr val="000962"/>
      </a:dk1>
      <a:lt1>
        <a:srgbClr val="FFFFFF"/>
      </a:lt1>
      <a:dk2>
        <a:srgbClr val="000962"/>
      </a:dk2>
      <a:lt2>
        <a:srgbClr val="7FB9FF"/>
      </a:lt2>
      <a:accent1>
        <a:srgbClr val="000962"/>
      </a:accent1>
      <a:accent2>
        <a:srgbClr val="0468FF"/>
      </a:accent2>
      <a:accent3>
        <a:srgbClr val="A4EFBE"/>
      </a:accent3>
      <a:accent4>
        <a:srgbClr val="006254"/>
      </a:accent4>
      <a:accent5>
        <a:srgbClr val="4C1673"/>
      </a:accent5>
      <a:accent6>
        <a:srgbClr val="E2DFDD"/>
      </a:accent6>
      <a:hlink>
        <a:srgbClr val="467886"/>
      </a:hlink>
      <a:folHlink>
        <a:srgbClr val="96607D"/>
      </a:folHlink>
    </a:clrScheme>
    <a:fontScheme name="Custom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anchor="ctr">
        <a:spAutoFit/>
      </a:bodyPr>
      <a:lstStyle>
        <a:defPPr algn="l">
          <a:defRPr sz="20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NPS">
    <a:dk1>
      <a:srgbClr val="000962"/>
    </a:dk1>
    <a:lt1>
      <a:srgbClr val="FFFFFF"/>
    </a:lt1>
    <a:dk2>
      <a:srgbClr val="000962"/>
    </a:dk2>
    <a:lt2>
      <a:srgbClr val="7FB9FF"/>
    </a:lt2>
    <a:accent1>
      <a:srgbClr val="000962"/>
    </a:accent1>
    <a:accent2>
      <a:srgbClr val="0468FF"/>
    </a:accent2>
    <a:accent3>
      <a:srgbClr val="A4EFBE"/>
    </a:accent3>
    <a:accent4>
      <a:srgbClr val="006254"/>
    </a:accent4>
    <a:accent5>
      <a:srgbClr val="4C1673"/>
    </a:accent5>
    <a:accent6>
      <a:srgbClr val="E2DFDD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Calibri</vt:lpstr>
      <vt:lpstr>Effra</vt:lpstr>
      <vt:lpstr>Effra Medium</vt:lpstr>
      <vt:lpstr>Georgia</vt:lpstr>
      <vt:lpstr>System Font Regular</vt:lpstr>
      <vt:lpstr>Wingdings</vt:lpstr>
      <vt:lpstr>2_Light 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Guilford</dc:creator>
  <cp:lastModifiedBy>Dave Guilford</cp:lastModifiedBy>
  <cp:revision>1</cp:revision>
  <dcterms:created xsi:type="dcterms:W3CDTF">2026-07-03T01:43:19Z</dcterms:created>
  <dcterms:modified xsi:type="dcterms:W3CDTF">2026-07-03T01:43:57Z</dcterms:modified>
</cp:coreProperties>
</file>